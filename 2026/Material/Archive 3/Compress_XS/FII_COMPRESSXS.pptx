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25" r:id="rId5"/>
    <p:sldId id="326" r:id="rId6"/>
    <p:sldId id="327" r:id="rId7"/>
    <p:sldId id="32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971D"/>
    <a:srgbClr val="9091B3"/>
    <a:srgbClr val="EF413C"/>
    <a:srgbClr val="132B4E"/>
    <a:srgbClr val="909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02"/>
    <p:restoredTop sz="94674"/>
  </p:normalViewPr>
  <p:slideViewPr>
    <p:cSldViewPr snapToGrid="0" snapToObjects="1">
      <p:cViewPr varScale="1">
        <p:scale>
          <a:sx n="114" d="100"/>
          <a:sy n="114" d="100"/>
        </p:scale>
        <p:origin x="56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494B7-3010-C04A-A8D2-3A67F5B3F7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9E3AD-85AA-4D4F-953B-BDDC046C417F}" type="datetimeFigureOut">
              <a:rPr lang="en-US" smtClean="0"/>
              <a:t>6/12/23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6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9CD0D-D0C5-DD4D-B44E-98E59B6DF763}" type="datetimeFigureOut">
              <a:rPr lang="en-US" smtClean="0"/>
              <a:t>6/12/23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E606-7E0B-0B4A-8955-4487729D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5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DA416-708B-DD40-9BCB-CFF6201AA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245" y="-12851"/>
            <a:ext cx="12206472" cy="5324684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13255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fili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 marL="342900" indent="-342900">
              <a:buFont typeface="Arial" charset="0"/>
              <a:buChar char="•"/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Insert text or logos as </a:t>
            </a:r>
            <a:r>
              <a:rPr lang="en-US" dirty="0" err="1"/>
              <a:t>neccessary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66867" y="265043"/>
            <a:ext cx="8539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32B4E"/>
                </a:solidFill>
                <a:effectLst/>
                <a:uLnTx/>
                <a:uFillTx/>
                <a:latin typeface="Arial Black" charset="0"/>
                <a:ea typeface="Arial Black" charset="0"/>
                <a:cs typeface="Arial Black" charset="0"/>
              </a:rPr>
              <a:t>Affiliations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166868" y="1530994"/>
            <a:ext cx="56246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0"/>
          </p:nvPr>
        </p:nvSpPr>
        <p:spPr>
          <a:xfrm>
            <a:off x="5980255" y="1530994"/>
            <a:ext cx="56523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6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66868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0255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5980255" y="2354906"/>
            <a:ext cx="5624603" cy="36680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457189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2pPr>
            <a:lvl3pPr marL="914377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3pPr>
            <a:lvl4pPr marL="1371566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4pPr>
            <a:lvl5pPr marL="1828754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166868" y="2354906"/>
            <a:ext cx="5624603" cy="366806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2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0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66479" y="1308009"/>
            <a:ext cx="8853467" cy="396877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3600" spc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QUOTE HERE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886674" y="5564305"/>
            <a:ext cx="8413078" cy="487362"/>
          </a:xfrm>
        </p:spPr>
        <p:txBody>
          <a:bodyPr>
            <a:noAutofit/>
          </a:bodyPr>
          <a:lstStyle>
            <a:lvl1pPr algn="ctr">
              <a:defRPr sz="2000" b="1">
                <a:solidFill>
                  <a:srgbClr val="132B4E"/>
                </a:solidFill>
              </a:defRPr>
            </a:lvl1pPr>
          </a:lstStyle>
          <a:p>
            <a:pPr lvl="0"/>
            <a:r>
              <a:rPr lang="en-US" dirty="0"/>
              <a:t>NAME / DATE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31458" y="1034180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 dirty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“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573850" y="4825641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 dirty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”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5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F8971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876221" y="6387700"/>
            <a:ext cx="70088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1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D97B0-40B1-AA40-8125-ECDD27463A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02" y="-12851"/>
            <a:ext cx="12223329" cy="5283120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95C9A-8DA6-EE45-B5F0-22704A8BE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3599" y="-12652"/>
            <a:ext cx="12215599" cy="5432550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55666-9723-1348-8D74-D7342B503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BBF90A-8A69-3940-B96C-DD0AAFCF4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B911EF-2D19-2846-AB9B-CCF838D71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25" y="-12852"/>
            <a:ext cx="12203152" cy="5266495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ustom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0" y="-12699"/>
            <a:ext cx="12202079" cy="5246988"/>
          </a:xfrm>
          <a:custGeom>
            <a:avLst/>
            <a:gdLst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5225723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2916156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202079"/>
              <a:gd name="connsiteY0" fmla="*/ 0 h 5246988"/>
              <a:gd name="connsiteX1" fmla="*/ 10202575 w 12202079"/>
              <a:gd name="connsiteY1" fmla="*/ 0 h 5246988"/>
              <a:gd name="connsiteX2" fmla="*/ 12196763 w 12202079"/>
              <a:gd name="connsiteY2" fmla="*/ 1994188 h 5246988"/>
              <a:gd name="connsiteX3" fmla="*/ 12202079 w 12202079"/>
              <a:gd name="connsiteY3" fmla="*/ 5246988 h 5246988"/>
              <a:gd name="connsiteX4" fmla="*/ 0 w 12202079"/>
              <a:gd name="connsiteY4" fmla="*/ 2916156 h 5246988"/>
              <a:gd name="connsiteX5" fmla="*/ 0 w 12202079"/>
              <a:gd name="connsiteY5" fmla="*/ 0 h 5246988"/>
              <a:gd name="connsiteX6" fmla="*/ 0 w 12202079"/>
              <a:gd name="connsiteY6" fmla="*/ 0 h 524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2079" h="5246988">
                <a:moveTo>
                  <a:pt x="0" y="0"/>
                </a:moveTo>
                <a:lnTo>
                  <a:pt x="10202575" y="0"/>
                </a:lnTo>
                <a:lnTo>
                  <a:pt x="12196763" y="1994188"/>
                </a:lnTo>
                <a:lnTo>
                  <a:pt x="12202079" y="5246988"/>
                </a:lnTo>
                <a:lnTo>
                  <a:pt x="0" y="291615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dirty="0"/>
              <a:t>Fusion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314930"/>
            <a:ext cx="11150600" cy="4862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4" name="Title Placeholder 23"/>
          <p:cNvSpPr>
            <a:spLocks noGrp="1"/>
          </p:cNvSpPr>
          <p:nvPr>
            <p:ph type="title"/>
          </p:nvPr>
        </p:nvSpPr>
        <p:spPr>
          <a:xfrm>
            <a:off x="203200" y="190097"/>
            <a:ext cx="11150600" cy="10945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" y="6387702"/>
            <a:ext cx="663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 i="0">
                <a:solidFill>
                  <a:srgbClr val="F8971D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876221" y="6387700"/>
            <a:ext cx="7008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7135" y="6176963"/>
            <a:ext cx="1497403" cy="50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0" r:id="rId2"/>
    <p:sldLayoutId id="2147483673" r:id="rId3"/>
    <p:sldLayoutId id="2147483652" r:id="rId4"/>
    <p:sldLayoutId id="2147483653" r:id="rId5"/>
    <p:sldLayoutId id="2147483660" r:id="rId6"/>
    <p:sldLayoutId id="2147483655" r:id="rId7"/>
    <p:sldLayoutId id="2147483651" r:id="rId8"/>
    <p:sldLayoutId id="2147483677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2" r:id="rId15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132B4E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24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5B19-06F9-E146-B472-C72BA70C3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FISPACT-II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F57BB-68A0-6242-A12B-3C741A717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Case Study : COMPRESSXS Keyword</a:t>
            </a:r>
          </a:p>
          <a:p>
            <a:r>
              <a:rPr lang="en-US" dirty="0"/>
              <a:t>United Kingdom Atomic Energy Authority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864BA-E082-6A44-86DD-C7E0820789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FISPACT-II workshop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647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80C34-D47B-944C-8174-1EF3F1629D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'</a:t>
            </a:r>
            <a:r>
              <a:rPr lang="en-US" dirty="0" err="1">
                <a:solidFill>
                  <a:srgbClr val="C00000"/>
                </a:solidFill>
              </a:rPr>
              <a:t>fispact_path</a:t>
            </a:r>
            <a:r>
              <a:rPr lang="en-US" dirty="0"/>
              <a:t>'/</a:t>
            </a:r>
            <a:r>
              <a:rPr lang="en-US" dirty="0" err="1">
                <a:solidFill>
                  <a:srgbClr val="0070C0"/>
                </a:solidFill>
              </a:rPr>
              <a:t>compress_xs_endf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tal2017-n</a:t>
            </a:r>
            <a:r>
              <a:rPr lang="en-US" dirty="0"/>
              <a:t> 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709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files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en-US" dirty="0"/>
              <a:t> = 0 cross sections only</a:t>
            </a:r>
          </a:p>
          <a:p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en-US" dirty="0"/>
              <a:t> = 1 cross sections and variances</a:t>
            </a:r>
          </a:p>
          <a:p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en-US" dirty="0"/>
              <a:t> = 2 cross sections, variances and covariances</a:t>
            </a:r>
          </a:p>
          <a:p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en-US" dirty="0"/>
              <a:t> = 3 resonances and cross sections</a:t>
            </a:r>
          </a:p>
          <a:p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en-US" dirty="0"/>
              <a:t> = 4 resonances, cross sections and variances</a:t>
            </a:r>
          </a:p>
          <a:p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en-US" dirty="0"/>
              <a:t> = 5 resonances, cross sections, variances and covariances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F63C7D-C6C1-5D4B-9F9E-9C3FA427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command line</a:t>
            </a:r>
          </a:p>
        </p:txBody>
      </p:sp>
    </p:spTree>
    <p:extLst>
      <p:ext uri="{BB962C8B-B14F-4D97-AF65-F5344CB8AC3E}">
        <p14:creationId xmlns:p14="http://schemas.microsoft.com/office/powerpoint/2010/main" val="410706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6C6C3B-4E56-FF47-B47C-9A427AB5E5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COMPRESSXS 0</a:t>
            </a:r>
            <a:r>
              <a:rPr lang="en-US" dirty="0"/>
              <a:t>   </a:t>
            </a:r>
          </a:p>
          <a:p>
            <a:r>
              <a:rPr lang="en-US" dirty="0"/>
              <a:t>creates binary file at specified location given by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xs_endfb</a:t>
            </a:r>
            <a:r>
              <a:rPr lang="en-US" dirty="0"/>
              <a:t> keyword in the </a:t>
            </a:r>
            <a:r>
              <a:rPr lang="en-US" dirty="0">
                <a:solidFill>
                  <a:srgbClr val="00B0F0"/>
                </a:solidFill>
              </a:rPr>
              <a:t>files</a:t>
            </a:r>
            <a:r>
              <a:rPr lang="en-US" dirty="0"/>
              <a:t> file. if </a:t>
            </a:r>
            <a:r>
              <a:rPr lang="en-US" dirty="0" err="1"/>
              <a:t>xs_endfb</a:t>
            </a:r>
            <a:r>
              <a:rPr lang="en-US" dirty="0"/>
              <a:t> is not present in the files file, it will assume COMPRESSXS 1.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COMPRESSXS 1 </a:t>
            </a:r>
          </a:p>
          <a:p>
            <a:r>
              <a:rPr lang="en-US" dirty="0"/>
              <a:t>creates binary file at location where input file is present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6DB776-C9A9-664B-AC3C-4CF18DB43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Fispact input file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16F5F-3E13-7B4C-86F2-5AD30B2D01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AAF54-556E-7448-BE73-001327EE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9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94E9B5-786A-684C-BC2A-24CCF911A8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GETXS</a:t>
            </a:r>
            <a:r>
              <a:rPr lang="en-GB" dirty="0"/>
              <a:t> 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-1</a:t>
            </a:r>
            <a:r>
              <a:rPr lang="en-GB" dirty="0"/>
              <a:t> </a:t>
            </a:r>
            <a:r>
              <a:rPr lang="en-GB" dirty="0">
                <a:solidFill>
                  <a:schemeClr val="tx2"/>
                </a:solidFill>
              </a:rPr>
              <a:t>709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C986A1-A4B9-8D4A-9465-846B78EB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from binary file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A8CDC-4C1B-AC47-9957-B34257CCEF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Priti Kanth, FII workshop 2021, online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52D04-7BAA-5740-9923-918FE6B01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B07710-CD9D-E547-A991-90B52038D83A}"/>
              </a:ext>
            </a:extLst>
          </p:cNvPr>
          <p:cNvCxnSpPr>
            <a:cxnSpLocks/>
          </p:cNvCxnSpPr>
          <p:nvPr/>
        </p:nvCxnSpPr>
        <p:spPr>
          <a:xfrm>
            <a:off x="1028700" y="1954530"/>
            <a:ext cx="0" cy="914400"/>
          </a:xfrm>
          <a:prstGeom prst="straightConnector1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3CD6FF-95D4-EC4F-9D15-D794BF39479A}"/>
              </a:ext>
            </a:extLst>
          </p:cNvPr>
          <p:cNvSpPr txBox="1"/>
          <p:nvPr/>
        </p:nvSpPr>
        <p:spPr>
          <a:xfrm>
            <a:off x="433325" y="2910490"/>
            <a:ext cx="1475482" cy="1200329"/>
          </a:xfrm>
          <a:prstGeom prst="rect">
            <a:avLst/>
          </a:prstGeom>
          <a:noFill/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Keyword to read cross-section library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0E6C8B-5D05-0646-BE1A-5DBF51222C3E}"/>
              </a:ext>
            </a:extLst>
          </p:cNvPr>
          <p:cNvCxnSpPr>
            <a:cxnSpLocks/>
          </p:cNvCxnSpPr>
          <p:nvPr/>
        </p:nvCxnSpPr>
        <p:spPr>
          <a:xfrm>
            <a:off x="1624075" y="1920330"/>
            <a:ext cx="791421" cy="1325564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80BAA3-577B-C843-A529-F9C91A44A73C}"/>
              </a:ext>
            </a:extLst>
          </p:cNvPr>
          <p:cNvSpPr txBox="1"/>
          <p:nvPr/>
        </p:nvSpPr>
        <p:spPr>
          <a:xfrm>
            <a:off x="2175265" y="3698430"/>
            <a:ext cx="3231125" cy="92333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-1 read data from binary file</a:t>
            </a:r>
          </a:p>
          <a:p>
            <a:r>
              <a:rPr lang="en-GB" dirty="0"/>
              <a:t>0 read existing COLLAPX file</a:t>
            </a:r>
          </a:p>
          <a:p>
            <a:r>
              <a:rPr lang="en-GB" dirty="0"/>
              <a:t>1 read data from data library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00F93D-018F-7442-BC10-01BA9DBF23D3}"/>
              </a:ext>
            </a:extLst>
          </p:cNvPr>
          <p:cNvCxnSpPr>
            <a:cxnSpLocks/>
          </p:cNvCxnSpPr>
          <p:nvPr/>
        </p:nvCxnSpPr>
        <p:spPr>
          <a:xfrm>
            <a:off x="2415496" y="1759077"/>
            <a:ext cx="544874" cy="5497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D31B339-8340-7F46-899D-AAE19CC9C085}"/>
              </a:ext>
            </a:extLst>
          </p:cNvPr>
          <p:cNvSpPr txBox="1"/>
          <p:nvPr/>
        </p:nvSpPr>
        <p:spPr>
          <a:xfrm>
            <a:off x="2725982" y="2481650"/>
            <a:ext cx="3370018" cy="369332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Neutron energy group structure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7DC0CF-9F96-D145-91CF-C3449D334935}"/>
              </a:ext>
            </a:extLst>
          </p:cNvPr>
          <p:cNvSpPr/>
          <p:nvPr/>
        </p:nvSpPr>
        <p:spPr>
          <a:xfrm>
            <a:off x="6941480" y="1526162"/>
            <a:ext cx="1435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8971D"/>
                </a:solidFill>
              </a:rPr>
              <a:t>xs_endfb</a:t>
            </a:r>
            <a:endParaRPr lang="en-US" sz="2400" dirty="0">
              <a:solidFill>
                <a:srgbClr val="F8971D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A83AC0-2327-4241-808C-8B5B65EE2CDA}"/>
              </a:ext>
            </a:extLst>
          </p:cNvPr>
          <p:cNvCxnSpPr>
            <a:cxnSpLocks/>
          </p:cNvCxnSpPr>
          <p:nvPr/>
        </p:nvCxnSpPr>
        <p:spPr>
          <a:xfrm>
            <a:off x="7612605" y="2011831"/>
            <a:ext cx="544874" cy="68144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3AEE81-16C4-5A45-902B-718E703D4144}"/>
              </a:ext>
            </a:extLst>
          </p:cNvPr>
          <p:cNvSpPr txBox="1"/>
          <p:nvPr/>
        </p:nvSpPr>
        <p:spPr>
          <a:xfrm>
            <a:off x="7885042" y="2850982"/>
            <a:ext cx="3370018" cy="12003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In files file use the keyword </a:t>
            </a:r>
            <a:r>
              <a:rPr lang="en-GB" dirty="0" err="1"/>
              <a:t>xs_endfb</a:t>
            </a:r>
            <a:r>
              <a:rPr lang="en-GB" dirty="0"/>
              <a:t> instead of </a:t>
            </a:r>
            <a:r>
              <a:rPr lang="en-GB" dirty="0" err="1"/>
              <a:t>xs_endf</a:t>
            </a:r>
            <a:r>
              <a:rPr lang="en-GB" dirty="0"/>
              <a:t>. The path should be the path to the binary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22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CFE">
      <a:dk1>
        <a:srgbClr val="002F56"/>
      </a:dk1>
      <a:lt1>
        <a:srgbClr val="FFFFFF"/>
      </a:lt1>
      <a:dk2>
        <a:srgbClr val="000000"/>
      </a:dk2>
      <a:lt2>
        <a:srgbClr val="D1D2D3"/>
      </a:lt2>
      <a:accent1>
        <a:srgbClr val="F8971D"/>
      </a:accent1>
      <a:accent2>
        <a:srgbClr val="F6D34D"/>
      </a:accent2>
      <a:accent3>
        <a:srgbClr val="006F45"/>
      </a:accent3>
      <a:accent4>
        <a:srgbClr val="0082CA"/>
      </a:accent4>
      <a:accent5>
        <a:srgbClr val="C9242C"/>
      </a:accent5>
      <a:accent6>
        <a:srgbClr val="808283"/>
      </a:accent6>
      <a:hlink>
        <a:srgbClr val="002F56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0" id="{98BA075A-1782-AE4E-8D7B-D4132A333D37}" vid="{26EE1CDA-1D8C-FA44-B31C-4B76743753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fcfc48-1a2d-42a7-b271-c69307805be1" xsi:nil="true"/>
    <lcf76f155ced4ddcb4097134ff3c332f xmlns="d38bd537-b8b1-44d1-8ac0-d8e48bade3d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F56A6382C7BE4EAEA3E7A1003F1D5F" ma:contentTypeVersion="18" ma:contentTypeDescription="Create a new document." ma:contentTypeScope="" ma:versionID="08ed5461af3d24331e1a83b145fbd5bf">
  <xsd:schema xmlns:xsd="http://www.w3.org/2001/XMLSchema" xmlns:xs="http://www.w3.org/2001/XMLSchema" xmlns:p="http://schemas.microsoft.com/office/2006/metadata/properties" xmlns:ns2="d38bd537-b8b1-44d1-8ac0-d8e48bade3da" xmlns:ns3="572787ab-1bba-46af-bc13-3165bc5c54ec" xmlns:ns4="dcfcfc48-1a2d-42a7-b271-c69307805be1" targetNamespace="http://schemas.microsoft.com/office/2006/metadata/properties" ma:root="true" ma:fieldsID="1a798f6f77ca64c597f6e6aaa4d237b1" ns2:_="" ns3:_="" ns4:_="">
    <xsd:import namespace="d38bd537-b8b1-44d1-8ac0-d8e48bade3da"/>
    <xsd:import namespace="572787ab-1bba-46af-bc13-3165bc5c54ec"/>
    <xsd:import namespace="dcfcfc48-1a2d-42a7-b271-c69307805b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bd537-b8b1-44d1-8ac0-d8e48bade3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bc746d9-cbf8-4ec5-9bf9-1cafe5c903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787ab-1bba-46af-bc13-3165bc5c54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fcfc48-1a2d-42a7-b271-c69307805be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0675826-a1bc-4d74-89b9-651684c40b09}" ma:internalName="TaxCatchAll" ma:showField="CatchAllData" ma:web="572787ab-1bba-46af-bc13-3165bc5c54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D1E461-5748-40D6-9268-AD98869BA75D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572787ab-1bba-46af-bc13-3165bc5c54ec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38bd537-b8b1-44d1-8ac0-d8e48bade3da"/>
    <ds:schemaRef ds:uri="http://schemas.microsoft.com/office/infopath/2007/PartnerControls"/>
    <ds:schemaRef ds:uri="dcfcfc48-1a2d-42a7-b271-c69307805be1"/>
  </ds:schemaRefs>
</ds:datastoreItem>
</file>

<file path=customXml/itemProps2.xml><?xml version="1.0" encoding="utf-8"?>
<ds:datastoreItem xmlns:ds="http://schemas.openxmlformats.org/officeDocument/2006/customXml" ds:itemID="{D34754F8-4BED-47A7-BB7A-5A007903BB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A41148-F882-4F85-843B-E42263ED5F2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1829</TotalTime>
  <Words>214</Words>
  <Application>Microsoft Macintosh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Office Theme</vt:lpstr>
      <vt:lpstr>FISPACT-II</vt:lpstr>
      <vt:lpstr>From command line</vt:lpstr>
      <vt:lpstr>From Fispact input file</vt:lpstr>
      <vt:lpstr>Reading data from binary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FISPACT-II</dc:title>
  <dc:creator>Bailey, Greg</dc:creator>
  <cp:lastModifiedBy>Foster, David</cp:lastModifiedBy>
  <cp:revision>38</cp:revision>
  <cp:lastPrinted>2017-03-10T11:43:47Z</cp:lastPrinted>
  <dcterms:created xsi:type="dcterms:W3CDTF">2021-10-06T08:01:27Z</dcterms:created>
  <dcterms:modified xsi:type="dcterms:W3CDTF">2023-06-12T09:16:31Z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759de7-3255-46b5-8dfe-736652f9c6c1_Enabled">
    <vt:lpwstr>true</vt:lpwstr>
  </property>
  <property fmtid="{D5CDD505-2E9C-101B-9397-08002B2CF9AE}" pid="3" name="MSIP_Label_22759de7-3255-46b5-8dfe-736652f9c6c1_SetDate">
    <vt:lpwstr>2021-10-06T08:01:27Z</vt:lpwstr>
  </property>
  <property fmtid="{D5CDD505-2E9C-101B-9397-08002B2CF9AE}" pid="4" name="MSIP_Label_22759de7-3255-46b5-8dfe-736652f9c6c1_Method">
    <vt:lpwstr>Standard</vt:lpwstr>
  </property>
  <property fmtid="{D5CDD505-2E9C-101B-9397-08002B2CF9AE}" pid="5" name="MSIP_Label_22759de7-3255-46b5-8dfe-736652f9c6c1_Name">
    <vt:lpwstr>22759de7-3255-46b5-8dfe-736652f9c6c1</vt:lpwstr>
  </property>
  <property fmtid="{D5CDD505-2E9C-101B-9397-08002B2CF9AE}" pid="6" name="MSIP_Label_22759de7-3255-46b5-8dfe-736652f9c6c1_SiteId">
    <vt:lpwstr>c6ac664b-ae27-4d5d-b4e6-bb5717196fc7</vt:lpwstr>
  </property>
  <property fmtid="{D5CDD505-2E9C-101B-9397-08002B2CF9AE}" pid="7" name="MSIP_Label_22759de7-3255-46b5-8dfe-736652f9c6c1_ActionId">
    <vt:lpwstr>638bf403-964c-471a-8b3c-e13ebd1a5f50</vt:lpwstr>
  </property>
  <property fmtid="{D5CDD505-2E9C-101B-9397-08002B2CF9AE}" pid="8" name="MSIP_Label_22759de7-3255-46b5-8dfe-736652f9c6c1_ContentBits">
    <vt:lpwstr>0</vt:lpwstr>
  </property>
  <property fmtid="{D5CDD505-2E9C-101B-9397-08002B2CF9AE}" pid="9" name="ContentTypeId">
    <vt:lpwstr>0x01010045F56A6382C7BE4EAEA3E7A1003F1D5F</vt:lpwstr>
  </property>
</Properties>
</file>