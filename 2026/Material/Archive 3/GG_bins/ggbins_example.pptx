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2B4E"/>
    <a:srgbClr val="F8971D"/>
    <a:srgbClr val="EF413C"/>
    <a:srgbClr val="9091B3"/>
    <a:srgbClr val="909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68B667-8DEB-0FA4-269C-B764F338BE84}" v="3" dt="2026-05-29T10:59:05.4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iley, Greg" userId="S::greg.bailey@ukaea.uk::76bdb626-9454-41ed-a19c-c2e37ea105e7" providerId="AD" clId="Web-{8796F41D-C2B5-4870-0E01-6DF1B3245754}"/>
    <pc:docChg chg="modSld modMainMaster">
      <pc:chgData name="Bailey, Greg" userId="S::greg.bailey@ukaea.uk::76bdb626-9454-41ed-a19c-c2e37ea105e7" providerId="AD" clId="Web-{8796F41D-C2B5-4870-0E01-6DF1B3245754}" dt="2022-06-14T11:50:56.997" v="6"/>
      <pc:docMkLst>
        <pc:docMk/>
      </pc:docMkLst>
      <pc:sldChg chg="delSp">
        <pc:chgData name="Bailey, Greg" userId="S::greg.bailey@ukaea.uk::76bdb626-9454-41ed-a19c-c2e37ea105e7" providerId="AD" clId="Web-{8796F41D-C2B5-4870-0E01-6DF1B3245754}" dt="2022-06-14T11:50:50.231" v="0"/>
        <pc:sldMkLst>
          <pc:docMk/>
          <pc:sldMk cId="1164478908" sldId="257"/>
        </pc:sldMkLst>
        <pc:spChg chg="del">
          <ac:chgData name="Bailey, Greg" userId="S::greg.bailey@ukaea.uk::76bdb626-9454-41ed-a19c-c2e37ea105e7" providerId="AD" clId="Web-{8796F41D-C2B5-4870-0E01-6DF1B3245754}" dt="2022-06-14T11:50:50.231" v="0"/>
          <ac:spMkLst>
            <pc:docMk/>
            <pc:sldMk cId="1164478908" sldId="257"/>
            <ac:spMk id="4" creationId="{3CAF94A8-FBFC-154A-8874-5E73C8588FE0}"/>
          </ac:spMkLst>
        </pc:spChg>
      </pc:sldChg>
      <pc:sldChg chg="delSp">
        <pc:chgData name="Bailey, Greg" userId="S::greg.bailey@ukaea.uk::76bdb626-9454-41ed-a19c-c2e37ea105e7" providerId="AD" clId="Web-{8796F41D-C2B5-4870-0E01-6DF1B3245754}" dt="2022-06-14T11:50:53.059" v="1"/>
        <pc:sldMkLst>
          <pc:docMk/>
          <pc:sldMk cId="13738945" sldId="258"/>
        </pc:sldMkLst>
        <pc:spChg chg="del">
          <ac:chgData name="Bailey, Greg" userId="S::greg.bailey@ukaea.uk::76bdb626-9454-41ed-a19c-c2e37ea105e7" providerId="AD" clId="Web-{8796F41D-C2B5-4870-0E01-6DF1B3245754}" dt="2022-06-14T11:50:53.059" v="1"/>
          <ac:spMkLst>
            <pc:docMk/>
            <pc:sldMk cId="13738945" sldId="258"/>
            <ac:spMk id="4" creationId="{27AE80AD-6194-DD4A-B342-E56A8E3FF7FD}"/>
          </ac:spMkLst>
        </pc:spChg>
      </pc:sldChg>
      <pc:sldChg chg="delSp">
        <pc:chgData name="Bailey, Greg" userId="S::greg.bailey@ukaea.uk::76bdb626-9454-41ed-a19c-c2e37ea105e7" providerId="AD" clId="Web-{8796F41D-C2B5-4870-0E01-6DF1B3245754}" dt="2022-06-14T11:50:53.059" v="1"/>
        <pc:sldMkLst>
          <pc:docMk/>
          <pc:sldMk cId="3003764171" sldId="259"/>
        </pc:sldMkLst>
        <pc:spChg chg="del">
          <ac:chgData name="Bailey, Greg" userId="S::greg.bailey@ukaea.uk::76bdb626-9454-41ed-a19c-c2e37ea105e7" providerId="AD" clId="Web-{8796F41D-C2B5-4870-0E01-6DF1B3245754}" dt="2022-06-14T11:50:53.059" v="1"/>
          <ac:spMkLst>
            <pc:docMk/>
            <pc:sldMk cId="3003764171" sldId="259"/>
            <ac:spMk id="4" creationId="{4F50C4A8-130F-7E45-86F1-BE02D2DF48FC}"/>
          </ac:spMkLst>
        </pc:spChg>
      </pc:sldChg>
      <pc:sldChg chg="delSp">
        <pc:chgData name="Bailey, Greg" userId="S::greg.bailey@ukaea.uk::76bdb626-9454-41ed-a19c-c2e37ea105e7" providerId="AD" clId="Web-{8796F41D-C2B5-4870-0E01-6DF1B3245754}" dt="2022-06-14T11:50:53.059" v="1"/>
        <pc:sldMkLst>
          <pc:docMk/>
          <pc:sldMk cId="3562608224" sldId="260"/>
        </pc:sldMkLst>
        <pc:spChg chg="del">
          <ac:chgData name="Bailey, Greg" userId="S::greg.bailey@ukaea.uk::76bdb626-9454-41ed-a19c-c2e37ea105e7" providerId="AD" clId="Web-{8796F41D-C2B5-4870-0E01-6DF1B3245754}" dt="2022-06-14T11:50:53.059" v="1"/>
          <ac:spMkLst>
            <pc:docMk/>
            <pc:sldMk cId="3562608224" sldId="260"/>
            <ac:spMk id="4" creationId="{5C3785F4-EF17-7F4E-ACA2-E533CBFEBBE1}"/>
          </ac:spMkLst>
        </pc:spChg>
      </pc:sldChg>
      <pc:sldMasterChg chg="mod modSldLayout">
        <pc:chgData name="Bailey, Greg" userId="S::greg.bailey@ukaea.uk::76bdb626-9454-41ed-a19c-c2e37ea105e7" providerId="AD" clId="Web-{8796F41D-C2B5-4870-0E01-6DF1B3245754}" dt="2022-06-14T11:50:56.997" v="6"/>
        <pc:sldMasterMkLst>
          <pc:docMk/>
          <pc:sldMasterMk cId="31676753" sldId="2147483648"/>
        </pc:sldMasterMkLst>
        <pc:sldLayoutChg chg="mod">
          <pc:chgData name="Bailey, Greg" userId="S::greg.bailey@ukaea.uk::76bdb626-9454-41ed-a19c-c2e37ea105e7" providerId="AD" clId="Web-{8796F41D-C2B5-4870-0E01-6DF1B3245754}" dt="2022-06-14T11:50:56.997" v="6"/>
          <pc:sldLayoutMkLst>
            <pc:docMk/>
            <pc:sldMasterMk cId="31676753" sldId="2147483648"/>
            <pc:sldLayoutMk cId="54068067" sldId="2147483650"/>
          </pc:sldLayoutMkLst>
        </pc:sldLayoutChg>
        <pc:sldLayoutChg chg="mod">
          <pc:chgData name="Bailey, Greg" userId="S::greg.bailey@ukaea.uk::76bdb626-9454-41ed-a19c-c2e37ea105e7" providerId="AD" clId="Web-{8796F41D-C2B5-4870-0E01-6DF1B3245754}" dt="2022-06-14T11:50:56.997" v="6"/>
          <pc:sldLayoutMkLst>
            <pc:docMk/>
            <pc:sldMasterMk cId="31676753" sldId="2147483648"/>
            <pc:sldLayoutMk cId="336419388" sldId="2147483651"/>
          </pc:sldLayoutMkLst>
        </pc:sldLayoutChg>
        <pc:sldLayoutChg chg="mod">
          <pc:chgData name="Bailey, Greg" userId="S::greg.bailey@ukaea.uk::76bdb626-9454-41ed-a19c-c2e37ea105e7" providerId="AD" clId="Web-{8796F41D-C2B5-4870-0E01-6DF1B3245754}" dt="2022-06-14T11:50:56.997" v="6"/>
          <pc:sldLayoutMkLst>
            <pc:docMk/>
            <pc:sldMasterMk cId="31676753" sldId="2147483648"/>
            <pc:sldLayoutMk cId="2023695212" sldId="2147483652"/>
          </pc:sldLayoutMkLst>
        </pc:sldLayoutChg>
        <pc:sldLayoutChg chg="mod">
          <pc:chgData name="Bailey, Greg" userId="S::greg.bailey@ukaea.uk::76bdb626-9454-41ed-a19c-c2e37ea105e7" providerId="AD" clId="Web-{8796F41D-C2B5-4870-0E01-6DF1B3245754}" dt="2022-06-14T11:50:56.997" v="6"/>
          <pc:sldLayoutMkLst>
            <pc:docMk/>
            <pc:sldMasterMk cId="31676753" sldId="2147483648"/>
            <pc:sldLayoutMk cId="399426898" sldId="2147483653"/>
          </pc:sldLayoutMkLst>
        </pc:sldLayoutChg>
        <pc:sldLayoutChg chg="mod">
          <pc:chgData name="Bailey, Greg" userId="S::greg.bailey@ukaea.uk::76bdb626-9454-41ed-a19c-c2e37ea105e7" providerId="AD" clId="Web-{8796F41D-C2B5-4870-0E01-6DF1B3245754}" dt="2022-06-14T11:50:56.997" v="6"/>
          <pc:sldLayoutMkLst>
            <pc:docMk/>
            <pc:sldMasterMk cId="31676753" sldId="2147483648"/>
            <pc:sldLayoutMk cId="1477052292" sldId="2147483655"/>
          </pc:sldLayoutMkLst>
        </pc:sldLayoutChg>
        <pc:sldLayoutChg chg="mod">
          <pc:chgData name="Bailey, Greg" userId="S::greg.bailey@ukaea.uk::76bdb626-9454-41ed-a19c-c2e37ea105e7" providerId="AD" clId="Web-{8796F41D-C2B5-4870-0E01-6DF1B3245754}" dt="2022-06-14T11:50:56.997" v="6"/>
          <pc:sldLayoutMkLst>
            <pc:docMk/>
            <pc:sldMasterMk cId="31676753" sldId="2147483648"/>
            <pc:sldLayoutMk cId="147629382" sldId="2147483660"/>
          </pc:sldLayoutMkLst>
        </pc:sldLayoutChg>
        <pc:sldLayoutChg chg="mod">
          <pc:chgData name="Bailey, Greg" userId="S::greg.bailey@ukaea.uk::76bdb626-9454-41ed-a19c-c2e37ea105e7" providerId="AD" clId="Web-{8796F41D-C2B5-4870-0E01-6DF1B3245754}" dt="2022-06-14T11:50:56.997" v="6"/>
          <pc:sldLayoutMkLst>
            <pc:docMk/>
            <pc:sldMasterMk cId="31676753" sldId="2147483648"/>
            <pc:sldLayoutMk cId="0" sldId="2147483667"/>
          </pc:sldLayoutMkLst>
        </pc:sldLayoutChg>
        <pc:sldLayoutChg chg="mod">
          <pc:chgData name="Bailey, Greg" userId="S::greg.bailey@ukaea.uk::76bdb626-9454-41ed-a19c-c2e37ea105e7" providerId="AD" clId="Web-{8796F41D-C2B5-4870-0E01-6DF1B3245754}" dt="2022-06-14T11:50:56.997" v="6"/>
          <pc:sldLayoutMkLst>
            <pc:docMk/>
            <pc:sldMasterMk cId="31676753" sldId="2147483648"/>
            <pc:sldLayoutMk cId="0" sldId="2147483670"/>
          </pc:sldLayoutMkLst>
        </pc:sldLayoutChg>
        <pc:sldLayoutChg chg="mod">
          <pc:chgData name="Bailey, Greg" userId="S::greg.bailey@ukaea.uk::76bdb626-9454-41ed-a19c-c2e37ea105e7" providerId="AD" clId="Web-{8796F41D-C2B5-4870-0E01-6DF1B3245754}" dt="2022-06-14T11:50:56.997" v="6"/>
          <pc:sldLayoutMkLst>
            <pc:docMk/>
            <pc:sldMasterMk cId="31676753" sldId="2147483648"/>
            <pc:sldLayoutMk cId="0" sldId="2147483671"/>
          </pc:sldLayoutMkLst>
        </pc:sldLayoutChg>
        <pc:sldLayoutChg chg="mod">
          <pc:chgData name="Bailey, Greg" userId="S::greg.bailey@ukaea.uk::76bdb626-9454-41ed-a19c-c2e37ea105e7" providerId="AD" clId="Web-{8796F41D-C2B5-4870-0E01-6DF1B3245754}" dt="2022-06-14T11:50:56.997" v="6"/>
          <pc:sldLayoutMkLst>
            <pc:docMk/>
            <pc:sldMasterMk cId="31676753" sldId="2147483648"/>
            <pc:sldLayoutMk cId="0" sldId="2147483672"/>
          </pc:sldLayoutMkLst>
        </pc:sldLayoutChg>
        <pc:sldLayoutChg chg="mod">
          <pc:chgData name="Bailey, Greg" userId="S::greg.bailey@ukaea.uk::76bdb626-9454-41ed-a19c-c2e37ea105e7" providerId="AD" clId="Web-{8796F41D-C2B5-4870-0E01-6DF1B3245754}" dt="2022-06-14T11:50:56.997" v="6"/>
          <pc:sldLayoutMkLst>
            <pc:docMk/>
            <pc:sldMasterMk cId="31676753" sldId="2147483648"/>
            <pc:sldLayoutMk cId="0" sldId="2147483673"/>
          </pc:sldLayoutMkLst>
        </pc:sldLayoutChg>
        <pc:sldLayoutChg chg="mod">
          <pc:chgData name="Bailey, Greg" userId="S::greg.bailey@ukaea.uk::76bdb626-9454-41ed-a19c-c2e37ea105e7" providerId="AD" clId="Web-{8796F41D-C2B5-4870-0E01-6DF1B3245754}" dt="2022-06-14T11:50:56.997" v="6"/>
          <pc:sldLayoutMkLst>
            <pc:docMk/>
            <pc:sldMasterMk cId="31676753" sldId="2147483648"/>
            <pc:sldLayoutMk cId="0" sldId="2147483674"/>
          </pc:sldLayoutMkLst>
        </pc:sldLayoutChg>
        <pc:sldLayoutChg chg="mod">
          <pc:chgData name="Bailey, Greg" userId="S::greg.bailey@ukaea.uk::76bdb626-9454-41ed-a19c-c2e37ea105e7" providerId="AD" clId="Web-{8796F41D-C2B5-4870-0E01-6DF1B3245754}" dt="2022-06-14T11:50:56.997" v="6"/>
          <pc:sldLayoutMkLst>
            <pc:docMk/>
            <pc:sldMasterMk cId="31676753" sldId="2147483648"/>
            <pc:sldLayoutMk cId="0" sldId="2147483675"/>
          </pc:sldLayoutMkLst>
        </pc:sldLayoutChg>
        <pc:sldLayoutChg chg="mod">
          <pc:chgData name="Bailey, Greg" userId="S::greg.bailey@ukaea.uk::76bdb626-9454-41ed-a19c-c2e37ea105e7" providerId="AD" clId="Web-{8796F41D-C2B5-4870-0E01-6DF1B3245754}" dt="2022-06-14T11:50:56.997" v="6"/>
          <pc:sldLayoutMkLst>
            <pc:docMk/>
            <pc:sldMasterMk cId="31676753" sldId="2147483648"/>
            <pc:sldLayoutMk cId="0" sldId="2147483676"/>
          </pc:sldLayoutMkLst>
        </pc:sldLayoutChg>
        <pc:sldLayoutChg chg="mod">
          <pc:chgData name="Bailey, Greg" userId="S::greg.bailey@ukaea.uk::76bdb626-9454-41ed-a19c-c2e37ea105e7" providerId="AD" clId="Web-{8796F41D-C2B5-4870-0E01-6DF1B3245754}" dt="2022-06-14T11:50:56.997" v="6"/>
          <pc:sldLayoutMkLst>
            <pc:docMk/>
            <pc:sldMasterMk cId="31676753" sldId="2147483648"/>
            <pc:sldLayoutMk cId="0" sldId="2147483677"/>
          </pc:sldLayoutMkLst>
        </pc:sldLayoutChg>
      </pc:sldMasterChg>
    </pc:docChg>
  </pc:docChgLst>
  <pc:docChgLst>
    <pc:chgData name="Bailey, Greg" userId="S::greg.bailey@ukaea.uk::76bdb626-9454-41ed-a19c-c2e37ea105e7" providerId="AD" clId="Web-{BB68B667-8DEB-0FA4-269C-B764F338BE84}"/>
    <pc:docChg chg="modSld">
      <pc:chgData name="Bailey, Greg" userId="S::greg.bailey@ukaea.uk::76bdb626-9454-41ed-a19c-c2e37ea105e7" providerId="AD" clId="Web-{BB68B667-8DEB-0FA4-269C-B764F338BE84}" dt="2026-05-29T10:59:05.439" v="2" actId="20577"/>
      <pc:docMkLst>
        <pc:docMk/>
      </pc:docMkLst>
      <pc:sldChg chg="modSp">
        <pc:chgData name="Bailey, Greg" userId="S::greg.bailey@ukaea.uk::76bdb626-9454-41ed-a19c-c2e37ea105e7" providerId="AD" clId="Web-{BB68B667-8DEB-0FA4-269C-B764F338BE84}" dt="2026-05-29T10:59:05.439" v="2" actId="20577"/>
        <pc:sldMkLst>
          <pc:docMk/>
          <pc:sldMk cId="1647256489" sldId="256"/>
        </pc:sldMkLst>
        <pc:spChg chg="mod">
          <ac:chgData name="Bailey, Greg" userId="S::greg.bailey@ukaea.uk::76bdb626-9454-41ed-a19c-c2e37ea105e7" providerId="AD" clId="Web-{BB68B667-8DEB-0FA4-269C-B764F338BE84}" dt="2026-05-29T10:59:05.439" v="2" actId="20577"/>
          <ac:spMkLst>
            <pc:docMk/>
            <pc:sldMk cId="1647256489" sldId="256"/>
            <ac:spMk id="7" creationId="{2423E3FC-1A48-A345-BCAE-6C71B20C376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C494B7-3010-C04A-A8D2-3A67F5B3F74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9E3AD-85AA-4D4F-953B-BDDC046C417F}" type="datetimeFigureOut">
              <a:rPr lang="en-US" smtClean="0"/>
              <a:t>5/29/2026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365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9CD0D-D0C5-DD4D-B44E-98E59B6DF763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2E606-7E0B-0B4A-8955-4487729DC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250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ADA416-708B-DD40-9BCB-CFF6201AAF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9245" y="-12851"/>
            <a:ext cx="12206472" cy="5324684"/>
          </a:xfrm>
          <a:prstGeom prst="rect">
            <a:avLst/>
          </a:prstGeom>
        </p:spPr>
      </p:pic>
      <p:sp>
        <p:nvSpPr>
          <p:cNvPr id="13" name="Freeform 12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title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25" name="TextBox 24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3"/>
          <p:cNvSpPr>
            <a:spLocks noGrp="1"/>
          </p:cNvSpPr>
          <p:nvPr>
            <p:ph sz="half" idx="2"/>
          </p:nvPr>
        </p:nvSpPr>
        <p:spPr>
          <a:xfrm>
            <a:off x="166867" y="1530994"/>
            <a:ext cx="11465690" cy="449198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6868" y="205430"/>
            <a:ext cx="10018853" cy="1325564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G.Bailey, FII Workshop 2021, Gamma Spectra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806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fili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66867" y="1530994"/>
            <a:ext cx="11465690" cy="4491980"/>
          </a:xfrm>
        </p:spPr>
        <p:txBody>
          <a:bodyPr/>
          <a:lstStyle>
            <a:lvl1pPr marL="342900" indent="-342900">
              <a:buFont typeface="Arial" charset="0"/>
              <a:buChar char="•"/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Insert text or logos as </a:t>
            </a:r>
            <a:r>
              <a:rPr lang="en-US" err="1"/>
              <a:t>neccessary</a:t>
            </a: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G.Bailey, FII Workshop 2021, Gamma Spectra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166867" y="265043"/>
            <a:ext cx="8539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132B4E"/>
                </a:solidFill>
                <a:effectLst/>
                <a:uLnTx/>
                <a:uFillTx/>
                <a:latin typeface="Arial Black" charset="0"/>
                <a:ea typeface="Arial Black" charset="0"/>
                <a:cs typeface="Arial Black" charset="0"/>
              </a:rPr>
              <a:t>Affiliations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6868" y="205431"/>
            <a:ext cx="10018853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166868" y="1530994"/>
            <a:ext cx="5624603" cy="449198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0"/>
          </p:nvPr>
        </p:nvSpPr>
        <p:spPr>
          <a:xfrm>
            <a:off x="5980255" y="1530994"/>
            <a:ext cx="5652303" cy="449198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876222" y="6387700"/>
            <a:ext cx="4114800" cy="365125"/>
          </a:xfrm>
        </p:spPr>
        <p:txBody>
          <a:bodyPr/>
          <a:lstStyle/>
          <a:p>
            <a:r>
              <a:rPr lang="en-US"/>
              <a:t>G.Bailey, FII Workshop 2021, Gamma Spectra</a:t>
            </a:r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9521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66868" y="1530994"/>
            <a:ext cx="562460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0255" y="1530994"/>
            <a:ext cx="562460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66868" y="205431"/>
            <a:ext cx="10018853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Content Placeholder 3"/>
          <p:cNvSpPr>
            <a:spLocks noGrp="1"/>
          </p:cNvSpPr>
          <p:nvPr>
            <p:ph sz="half" idx="2"/>
          </p:nvPr>
        </p:nvSpPr>
        <p:spPr>
          <a:xfrm>
            <a:off x="5980255" y="2354906"/>
            <a:ext cx="5624603" cy="3668068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/>
            </a:lvl1pPr>
            <a:lvl2pPr marL="457189" marR="0" indent="0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/>
            </a:lvl2pPr>
            <a:lvl3pPr marL="914377" marR="0" indent="0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/>
            </a:lvl3pPr>
            <a:lvl4pPr marL="1371566" marR="0" indent="0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4pPr>
            <a:lvl5pPr marL="1828754" marR="0" indent="0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6" name="Content Placeholder 5"/>
          <p:cNvSpPr>
            <a:spLocks noGrp="1"/>
          </p:cNvSpPr>
          <p:nvPr>
            <p:ph sz="quarter" idx="4"/>
          </p:nvPr>
        </p:nvSpPr>
        <p:spPr>
          <a:xfrm>
            <a:off x="166868" y="2354906"/>
            <a:ext cx="5624603" cy="366806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876222" y="6387700"/>
            <a:ext cx="4114800" cy="365125"/>
          </a:xfrm>
        </p:spPr>
        <p:txBody>
          <a:bodyPr/>
          <a:lstStyle/>
          <a:p>
            <a:r>
              <a:rPr lang="en-US"/>
              <a:t>G.Bailey, FII Workshop 2021, Gamma Spectra</a:t>
            </a:r>
          </a:p>
        </p:txBody>
      </p:sp>
      <p:sp>
        <p:nvSpPr>
          <p:cNvPr id="17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2689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-2788" y="0"/>
            <a:ext cx="12192000" cy="6858000"/>
          </a:xfrm>
          <a:prstGeom prst="rect">
            <a:avLst/>
          </a:pr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0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1666479" y="1308009"/>
            <a:ext cx="8853467" cy="396877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lnSpc>
                <a:spcPct val="100000"/>
              </a:lnSpc>
              <a:defRPr sz="3600" spc="0">
                <a:solidFill>
                  <a:schemeClr val="bg1"/>
                </a:solidFill>
              </a:defRPr>
            </a:lvl1pPr>
          </a:lstStyle>
          <a:p>
            <a:r>
              <a:rPr lang="en-GB"/>
              <a:t>INSERT QUOTE HERE</a:t>
            </a: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1886674" y="5564305"/>
            <a:ext cx="8413078" cy="487362"/>
          </a:xfrm>
        </p:spPr>
        <p:txBody>
          <a:bodyPr>
            <a:noAutofit/>
          </a:bodyPr>
          <a:lstStyle>
            <a:lvl1pPr algn="ctr">
              <a:defRPr sz="2000" b="1">
                <a:solidFill>
                  <a:srgbClr val="132B4E"/>
                </a:solidFill>
              </a:defRPr>
            </a:lvl1pPr>
          </a:lstStyle>
          <a:p>
            <a:pPr lvl="0"/>
            <a:r>
              <a:rPr lang="en-US"/>
              <a:t>NAME / DATE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31458" y="1034180"/>
            <a:ext cx="13426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rPr>
              <a:t>“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0573850" y="4825641"/>
            <a:ext cx="13426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rPr>
              <a:t>”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G.Bailey, FII Workshop 2021, Gamma Spectra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rgbClr val="132B4E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Slide Number Placeholder 5"/>
          <p:cNvSpPr txBox="1">
            <a:spLocks/>
          </p:cNvSpPr>
          <p:nvPr userDrawn="1"/>
        </p:nvSpPr>
        <p:spPr>
          <a:xfrm flipH="1">
            <a:off x="765051" y="6357413"/>
            <a:ext cx="45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rgbClr val="90919C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2938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876222" y="6387700"/>
            <a:ext cx="4114800" cy="365125"/>
          </a:xfrm>
        </p:spPr>
        <p:txBody>
          <a:bodyPr/>
          <a:lstStyle/>
          <a:p>
            <a:r>
              <a:rPr lang="en-US"/>
              <a:t>G.Bailey, FII Workshop 2021, Gamma Spectra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05229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F8971D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876222" y="6387700"/>
            <a:ext cx="4114800" cy="365125"/>
          </a:xfrm>
        </p:spPr>
        <p:txBody>
          <a:bodyPr/>
          <a:lstStyle/>
          <a:p>
            <a:r>
              <a:rPr lang="en-US"/>
              <a:t>G.Bailey, FII Workshop 2021, Gamma Spectra</a:t>
            </a: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938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2788" y="0"/>
            <a:ext cx="12192000" cy="6858000"/>
          </a:xfrm>
          <a:prstGeom prst="rect">
            <a:avLst/>
          </a:pr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1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Footer Placeholder 1"/>
          <p:cNvSpPr>
            <a:spLocks noGrp="1"/>
          </p:cNvSpPr>
          <p:nvPr>
            <p:ph type="ftr" sz="quarter" idx="12"/>
          </p:nvPr>
        </p:nvSpPr>
        <p:spPr>
          <a:xfrm>
            <a:off x="876221" y="6387700"/>
            <a:ext cx="700882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G.Bailey, FII Workshop 2021, Gamma Spectra</a:t>
            </a:r>
          </a:p>
        </p:txBody>
      </p:sp>
      <p:sp>
        <p:nvSpPr>
          <p:cNvPr id="15" name="Slide Number Placeholder 2"/>
          <p:cNvSpPr>
            <a:spLocks noGrp="1"/>
          </p:cNvSpPr>
          <p:nvPr>
            <p:ph type="sldNum" sz="quarter" idx="13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132B4E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 flipH="1">
            <a:off x="765051" y="6357413"/>
            <a:ext cx="45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rgbClr val="90919C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</a:t>
            </a: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CD97B0-40B1-AA40-8125-ECDD27463A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102" y="-12851"/>
            <a:ext cx="12223329" cy="5283120"/>
          </a:xfrm>
          <a:prstGeom prst="rect">
            <a:avLst/>
          </a:prstGeom>
        </p:spPr>
      </p:pic>
      <p:sp>
        <p:nvSpPr>
          <p:cNvPr id="13" name="Freeform 12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5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Fusion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title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195C9A-8DA6-EE45-B5F0-22704A8BE4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3599" y="-12652"/>
            <a:ext cx="12215599" cy="5432550"/>
          </a:xfrm>
          <a:prstGeom prst="rect">
            <a:avLst/>
          </a:prstGeom>
        </p:spPr>
      </p:pic>
      <p:sp>
        <p:nvSpPr>
          <p:cNvPr id="22" name="Freeform 21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655666-9723-1348-8D74-D7342B5038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635" y="-12652"/>
            <a:ext cx="12203635" cy="5274608"/>
          </a:xfrm>
          <a:prstGeom prst="rect">
            <a:avLst/>
          </a:prstGeom>
        </p:spPr>
      </p:pic>
      <p:sp>
        <p:nvSpPr>
          <p:cNvPr id="22" name="Freeform 21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BBF90A-8A69-3940-B96C-DD0AAFCF4D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635" y="-12652"/>
            <a:ext cx="12203635" cy="5274608"/>
          </a:xfrm>
          <a:prstGeom prst="rect">
            <a:avLst/>
          </a:prstGeom>
        </p:spPr>
      </p:pic>
      <p:sp>
        <p:nvSpPr>
          <p:cNvPr id="22" name="Freeform 21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B911EF-2D19-2846-AB9B-CCF838D71F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925" y="-12852"/>
            <a:ext cx="12203152" cy="5266495"/>
          </a:xfrm>
          <a:prstGeom prst="rect">
            <a:avLst/>
          </a:prstGeom>
        </p:spPr>
      </p:pic>
      <p:sp>
        <p:nvSpPr>
          <p:cNvPr id="22" name="Freeform 21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ustom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3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0" y="-12699"/>
            <a:ext cx="12202079" cy="5246988"/>
          </a:xfrm>
          <a:custGeom>
            <a:avLst/>
            <a:gdLst>
              <a:gd name="connsiteX0" fmla="*/ 0 w 12196763"/>
              <a:gd name="connsiteY0" fmla="*/ 0 h 5225723"/>
              <a:gd name="connsiteX1" fmla="*/ 10202575 w 12196763"/>
              <a:gd name="connsiteY1" fmla="*/ 0 h 5225723"/>
              <a:gd name="connsiteX2" fmla="*/ 12196763 w 12196763"/>
              <a:gd name="connsiteY2" fmla="*/ 1994188 h 5225723"/>
              <a:gd name="connsiteX3" fmla="*/ 12196763 w 12196763"/>
              <a:gd name="connsiteY3" fmla="*/ 5225723 h 5225723"/>
              <a:gd name="connsiteX4" fmla="*/ 0 w 12196763"/>
              <a:gd name="connsiteY4" fmla="*/ 5225723 h 5225723"/>
              <a:gd name="connsiteX5" fmla="*/ 0 w 12196763"/>
              <a:gd name="connsiteY5" fmla="*/ 0 h 5225723"/>
              <a:gd name="connsiteX6" fmla="*/ 0 w 12196763"/>
              <a:gd name="connsiteY6" fmla="*/ 0 h 5225723"/>
              <a:gd name="connsiteX0" fmla="*/ 0 w 12196763"/>
              <a:gd name="connsiteY0" fmla="*/ 0 h 5225723"/>
              <a:gd name="connsiteX1" fmla="*/ 10202575 w 12196763"/>
              <a:gd name="connsiteY1" fmla="*/ 0 h 5225723"/>
              <a:gd name="connsiteX2" fmla="*/ 12196763 w 12196763"/>
              <a:gd name="connsiteY2" fmla="*/ 1994188 h 5225723"/>
              <a:gd name="connsiteX3" fmla="*/ 12196763 w 12196763"/>
              <a:gd name="connsiteY3" fmla="*/ 5225723 h 5225723"/>
              <a:gd name="connsiteX4" fmla="*/ 0 w 12196763"/>
              <a:gd name="connsiteY4" fmla="*/ 2916156 h 5225723"/>
              <a:gd name="connsiteX5" fmla="*/ 0 w 12196763"/>
              <a:gd name="connsiteY5" fmla="*/ 0 h 5225723"/>
              <a:gd name="connsiteX6" fmla="*/ 0 w 12196763"/>
              <a:gd name="connsiteY6" fmla="*/ 0 h 5225723"/>
              <a:gd name="connsiteX0" fmla="*/ 0 w 12202079"/>
              <a:gd name="connsiteY0" fmla="*/ 0 h 5246988"/>
              <a:gd name="connsiteX1" fmla="*/ 10202575 w 12202079"/>
              <a:gd name="connsiteY1" fmla="*/ 0 h 5246988"/>
              <a:gd name="connsiteX2" fmla="*/ 12196763 w 12202079"/>
              <a:gd name="connsiteY2" fmla="*/ 1994188 h 5246988"/>
              <a:gd name="connsiteX3" fmla="*/ 12202079 w 12202079"/>
              <a:gd name="connsiteY3" fmla="*/ 5246988 h 5246988"/>
              <a:gd name="connsiteX4" fmla="*/ 0 w 12202079"/>
              <a:gd name="connsiteY4" fmla="*/ 2916156 h 5246988"/>
              <a:gd name="connsiteX5" fmla="*/ 0 w 12202079"/>
              <a:gd name="connsiteY5" fmla="*/ 0 h 5246988"/>
              <a:gd name="connsiteX6" fmla="*/ 0 w 12202079"/>
              <a:gd name="connsiteY6" fmla="*/ 0 h 5246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02079" h="5246988">
                <a:moveTo>
                  <a:pt x="0" y="0"/>
                </a:moveTo>
                <a:lnTo>
                  <a:pt x="10202575" y="0"/>
                </a:lnTo>
                <a:lnTo>
                  <a:pt x="12196763" y="1994188"/>
                </a:lnTo>
                <a:lnTo>
                  <a:pt x="12202079" y="5246988"/>
                </a:lnTo>
                <a:lnTo>
                  <a:pt x="0" y="291615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Fusion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title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25" name="TextBox 24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" y="1314930"/>
            <a:ext cx="11150600" cy="4862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4" name="Title Placeholder 23"/>
          <p:cNvSpPr>
            <a:spLocks noGrp="1"/>
          </p:cNvSpPr>
          <p:nvPr>
            <p:ph type="title"/>
          </p:nvPr>
        </p:nvSpPr>
        <p:spPr>
          <a:xfrm>
            <a:off x="203200" y="190097"/>
            <a:ext cx="11150600" cy="109454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" y="6387702"/>
            <a:ext cx="6634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="1" i="0">
                <a:solidFill>
                  <a:srgbClr val="F8971D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876221" y="6387700"/>
            <a:ext cx="7008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rgbClr val="132B4E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G.Bailey, FII Workshop 2021, Gamma Spectra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 flipH="1">
            <a:off x="765051" y="6357413"/>
            <a:ext cx="45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rgbClr val="90919C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>
                <a:solidFill>
                  <a:srgbClr val="132B4E"/>
                </a:solidFill>
                <a:latin typeface="Arial" charset="0"/>
                <a:ea typeface="Arial" charset="0"/>
                <a:cs typeface="Arial" charset="0"/>
              </a:rPr>
              <a:t>|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7135" y="6176963"/>
            <a:ext cx="1497403" cy="50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6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0" r:id="rId2"/>
    <p:sldLayoutId id="2147483673" r:id="rId3"/>
    <p:sldLayoutId id="2147483652" r:id="rId4"/>
    <p:sldLayoutId id="2147483653" r:id="rId5"/>
    <p:sldLayoutId id="2147483660" r:id="rId6"/>
    <p:sldLayoutId id="2147483655" r:id="rId7"/>
    <p:sldLayoutId id="2147483651" r:id="rId8"/>
    <p:sldLayoutId id="2147483677" r:id="rId9"/>
    <p:sldLayoutId id="2147483670" r:id="rId10"/>
    <p:sldLayoutId id="2147483671" r:id="rId11"/>
    <p:sldLayoutId id="2147483674" r:id="rId12"/>
    <p:sldLayoutId id="2147483675" r:id="rId13"/>
    <p:sldLayoutId id="2147483676" r:id="rId14"/>
    <p:sldLayoutId id="2147483672" r:id="rId15"/>
  </p:sldLayoutIdLst>
  <p:hf hdr="0" ft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3600" b="1" i="0" kern="1200">
          <a:solidFill>
            <a:srgbClr val="132B4E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Font typeface="Arial"/>
        <a:buNone/>
        <a:defRPr sz="24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4pPr>
      <a:lvl5pPr marL="1828754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6F79C8A-16D6-6D46-A36D-CE278FE20C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FISPACT-II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DFAB1E4-BFFC-6745-AA93-3FF0DD047D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Gamma Spectra resolution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423E3FC-1A48-A345-BCAE-6C71B20C37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>
                <a:latin typeface="Arial Black"/>
              </a:rPr>
              <a:t>FISPACT-II workshop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56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0D0FFF-6DA7-EA48-9B2C-1F815AD64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8622" y="1436514"/>
            <a:ext cx="7124789" cy="454684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FISPACT-II by default outputs gamma spectra for a given inventory.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This is constructed from the gamma and </a:t>
            </a:r>
            <a:r>
              <a:rPr lang="en-GB" err="1"/>
              <a:t>xray</a:t>
            </a:r>
            <a:r>
              <a:rPr lang="en-GB"/>
              <a:t> lines found in the decay data.</a:t>
            </a:r>
          </a:p>
          <a:p>
            <a:pPr marL="800089" lvl="1" indent="-342900">
              <a:buFont typeface="Wingdings" pitchFamily="2" charset="2"/>
              <a:buChar char="Ø"/>
            </a:pPr>
            <a:r>
              <a:rPr lang="en-GB">
                <a:solidFill>
                  <a:schemeClr val="accent1"/>
                </a:solidFill>
              </a:rPr>
              <a:t>Xray lines can be discounted by use of the </a:t>
            </a:r>
            <a:r>
              <a:rPr lang="en-GB" b="1">
                <a:solidFill>
                  <a:schemeClr val="accent1"/>
                </a:solidFill>
              </a:rPr>
              <a:t>NOXRAY</a:t>
            </a:r>
            <a:r>
              <a:rPr lang="en-GB">
                <a:solidFill>
                  <a:schemeClr val="accent1"/>
                </a:solidFill>
              </a:rPr>
              <a:t> keyword (new for v5)</a:t>
            </a:r>
          </a:p>
          <a:p>
            <a:pPr marL="800089" lvl="1" indent="-342900">
              <a:buFont typeface="Wingdings" pitchFamily="2" charset="2"/>
              <a:buChar char="Ø"/>
            </a:pPr>
            <a:r>
              <a:rPr lang="en-GB">
                <a:solidFill>
                  <a:schemeClr val="accent1"/>
                </a:solidFill>
              </a:rPr>
              <a:t>For the API </a:t>
            </a:r>
            <a:r>
              <a:rPr lang="en-GB" b="1" err="1">
                <a:solidFill>
                  <a:schemeClr val="accent1"/>
                </a:solidFill>
              </a:rPr>
              <a:t>setexcludexrays</a:t>
            </a:r>
            <a:r>
              <a:rPr lang="en-GB">
                <a:solidFill>
                  <a:schemeClr val="accent1"/>
                </a:solidFill>
              </a:rPr>
              <a:t> can be set as part of the </a:t>
            </a:r>
            <a:r>
              <a:rPr lang="en-GB" b="1" err="1">
                <a:solidFill>
                  <a:schemeClr val="accent1"/>
                </a:solidFill>
              </a:rPr>
              <a:t>InputData</a:t>
            </a:r>
            <a:r>
              <a:rPr lang="en-GB">
                <a:solidFill>
                  <a:schemeClr val="accent1"/>
                </a:solidFill>
              </a:rPr>
              <a:t>.</a:t>
            </a:r>
            <a:endParaRPr lang="en-GB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By default this is binned in a 24-group structure, this can be change to a 22-group structure using the </a:t>
            </a:r>
            <a:r>
              <a:rPr lang="en-GB" b="1"/>
              <a:t>GROUP</a:t>
            </a:r>
            <a:r>
              <a:rPr lang="en-GB"/>
              <a:t> keyword (</a:t>
            </a:r>
            <a:r>
              <a:rPr lang="en-GB" b="1"/>
              <a:t>GROUP 1</a:t>
            </a:r>
            <a:r>
              <a:rPr lang="en-GB"/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A3B499-BCB1-FB40-83F9-3CFF15E9D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Gamma Spectra and FISPACT-II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2146A3-51B7-CF44-A6AC-9B2BD8F1F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FD8B7D3A-6725-E041-8585-1D35857FD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95" y="773147"/>
            <a:ext cx="3749109" cy="551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478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A38396-6D46-FF46-8EA0-F0EE2A8E1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6868" y="893135"/>
            <a:ext cx="11465690" cy="90678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Gamma Spectra are found in the output file (</a:t>
            </a:r>
            <a:r>
              <a:rPr lang="en-GB" b="1">
                <a:solidFill>
                  <a:schemeClr val="accent1"/>
                </a:solidFill>
              </a:rPr>
              <a:t>.out</a:t>
            </a:r>
            <a:r>
              <a:rPr lang="en-GB"/>
              <a:t>) after the inventory.</a:t>
            </a:r>
          </a:p>
          <a:p>
            <a:pPr marL="800089" lvl="1" indent="-342900">
              <a:buFont typeface="Wingdings" pitchFamily="2" charset="2"/>
              <a:buChar char="Ø"/>
            </a:pPr>
            <a:r>
              <a:rPr lang="en-GB">
                <a:solidFill>
                  <a:schemeClr val="accent1"/>
                </a:solidFill>
              </a:rPr>
              <a:t>Also included in the </a:t>
            </a:r>
            <a:r>
              <a:rPr lang="en-GB" b="1">
                <a:solidFill>
                  <a:schemeClr val="accent1"/>
                </a:solidFill>
              </a:rPr>
              <a:t>TAB4</a:t>
            </a:r>
            <a:r>
              <a:rPr lang="en-GB">
                <a:solidFill>
                  <a:schemeClr val="accent1"/>
                </a:solidFill>
              </a:rPr>
              <a:t> and </a:t>
            </a:r>
            <a:r>
              <a:rPr lang="en-GB" b="1">
                <a:solidFill>
                  <a:schemeClr val="accent1"/>
                </a:solidFill>
              </a:rPr>
              <a:t>JSON</a:t>
            </a:r>
            <a:r>
              <a:rPr lang="en-GB">
                <a:solidFill>
                  <a:schemeClr val="accent1"/>
                </a:solidFill>
              </a:rPr>
              <a:t> outputs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275930-90EB-8B46-9682-4A84B45F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Gamma Spectra and FISPACT-II(2)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D717F2-F96A-BB4A-91CA-1F904C2E7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EEF93990-ECBD-6F4C-8C1D-05E6A3BF5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956" y="1684006"/>
            <a:ext cx="6411660" cy="273262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9" name="Picture 8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2B233672-8C86-0E4D-AF50-80231D333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658" y="5687203"/>
            <a:ext cx="4953000" cy="7239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7D5736-673E-3742-90BE-09D1259A254A}"/>
              </a:ext>
            </a:extLst>
          </p:cNvPr>
          <p:cNvSpPr txBox="1"/>
          <p:nvPr/>
        </p:nvSpPr>
        <p:spPr>
          <a:xfrm>
            <a:off x="0" y="4504079"/>
            <a:ext cx="1146569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/>
              <a:t>Extracted from an API </a:t>
            </a:r>
            <a:r>
              <a:rPr lang="en-GB" sz="2200" b="1" err="1"/>
              <a:t>OutputData</a:t>
            </a:r>
            <a:r>
              <a:rPr lang="en-GB" sz="2200"/>
              <a:t> by the </a:t>
            </a:r>
            <a:r>
              <a:rPr lang="en-GB" sz="2200" b="1" err="1"/>
              <a:t>getgammaspectrumboundries</a:t>
            </a:r>
            <a:r>
              <a:rPr lang="en-GB" sz="2200"/>
              <a:t> (bin bounds) and </a:t>
            </a:r>
            <a:r>
              <a:rPr lang="en-GB" sz="2200" b="1" err="1"/>
              <a:t>getgammaspectrumbins</a:t>
            </a:r>
            <a:r>
              <a:rPr lang="en-GB" sz="2200"/>
              <a:t> (spectrum values) methods. </a:t>
            </a:r>
          </a:p>
          <a:p>
            <a:pPr marL="800089" lvl="1" indent="-342900">
              <a:buFont typeface="Wingdings" pitchFamily="2" charset="2"/>
              <a:buChar char="Ø"/>
            </a:pPr>
            <a:r>
              <a:rPr lang="en-GB" sz="2200">
                <a:solidFill>
                  <a:schemeClr val="accent1"/>
                </a:solidFill>
              </a:rPr>
              <a:t>These methods take the inventory index (time step) as an argument</a:t>
            </a:r>
          </a:p>
        </p:txBody>
      </p:sp>
    </p:spTree>
    <p:extLst>
      <p:ext uri="{BB962C8B-B14F-4D97-AF65-F5344CB8AC3E}">
        <p14:creationId xmlns:p14="http://schemas.microsoft.com/office/powerpoint/2010/main" val="13738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FF7864-3E7C-8F41-9529-618ABE5AB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6867" y="1530994"/>
            <a:ext cx="11465690" cy="427304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The user can specify the gamma bin structure to be output by FISPACT-II.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This is achieved by the </a:t>
            </a:r>
            <a:r>
              <a:rPr lang="en-GB" b="1">
                <a:solidFill>
                  <a:schemeClr val="accent1"/>
                </a:solidFill>
              </a:rPr>
              <a:t>READGG</a:t>
            </a:r>
            <a:r>
              <a:rPr lang="en-GB"/>
              <a:t> keyword and the </a:t>
            </a:r>
            <a:r>
              <a:rPr lang="en-GB" b="1" err="1">
                <a:solidFill>
                  <a:schemeClr val="accent1"/>
                </a:solidFill>
              </a:rPr>
              <a:t>ggbins</a:t>
            </a:r>
            <a:r>
              <a:rPr lang="en-GB"/>
              <a:t> file stream in the </a:t>
            </a:r>
            <a:r>
              <a:rPr lang="en-GB" i="1"/>
              <a:t>files</a:t>
            </a:r>
            <a:r>
              <a:rPr lang="en-GB"/>
              <a:t> file.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err="1">
                <a:solidFill>
                  <a:schemeClr val="accent1"/>
                </a:solidFill>
              </a:rPr>
              <a:t>ggbins</a:t>
            </a:r>
            <a:r>
              <a:rPr lang="en-GB"/>
              <a:t> points to file detailing the desired output gamma bin bounds.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The API </a:t>
            </a:r>
            <a:r>
              <a:rPr lang="en-GB" b="1" err="1">
                <a:solidFill>
                  <a:schemeClr val="accent1"/>
                </a:solidFill>
              </a:rPr>
              <a:t>InputData</a:t>
            </a:r>
            <a:r>
              <a:rPr lang="en-GB" b="1">
                <a:solidFill>
                  <a:schemeClr val="accent1"/>
                </a:solidFill>
              </a:rPr>
              <a:t> </a:t>
            </a:r>
            <a:r>
              <a:rPr lang="en-GB">
                <a:solidFill>
                  <a:schemeClr val="tx1"/>
                </a:solidFill>
              </a:rPr>
              <a:t>includes a </a:t>
            </a:r>
            <a:r>
              <a:rPr lang="en-GB" b="1" err="1">
                <a:solidFill>
                  <a:schemeClr val="accent1"/>
                </a:solidFill>
              </a:rPr>
              <a:t>setgammabounds</a:t>
            </a:r>
            <a:r>
              <a:rPr lang="en-GB">
                <a:solidFill>
                  <a:schemeClr val="tx1"/>
                </a:solidFill>
              </a:rPr>
              <a:t> method providing the same functionality. </a:t>
            </a:r>
          </a:p>
          <a:p>
            <a:pPr marL="800089" lvl="1" indent="-342900">
              <a:buFont typeface="Wingdings" pitchFamily="2" charset="2"/>
              <a:buChar char="Ø"/>
            </a:pPr>
            <a:r>
              <a:rPr lang="en-GB">
                <a:solidFill>
                  <a:schemeClr val="accent1"/>
                </a:solidFill>
              </a:rPr>
              <a:t>This takes a list containing the boundaries as an argument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766C8-F7D1-1C41-A929-00A960F9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Higher resolution gamma spectra from FISPACT-II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BB146E-061A-AD41-9DEB-1A66CC14C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D45FA864-CFA2-9245-9367-AB7DA8C35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25" y="3262634"/>
            <a:ext cx="5295900" cy="10287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E732E5-AFBD-0441-A966-45ABD2F12B5D}"/>
              </a:ext>
            </a:extLst>
          </p:cNvPr>
          <p:cNvSpPr txBox="1"/>
          <p:nvPr/>
        </p:nvSpPr>
        <p:spPr>
          <a:xfrm>
            <a:off x="5995683" y="3720833"/>
            <a:ext cx="5288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chemeClr val="accent1"/>
                </a:solidFill>
              </a:rPr>
              <a:t>Bounds are listed in eV in ascending energy order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633302-E9A2-044F-9653-BB0484FE524D}"/>
              </a:ext>
            </a:extLst>
          </p:cNvPr>
          <p:cNvSpPr txBox="1"/>
          <p:nvPr/>
        </p:nvSpPr>
        <p:spPr>
          <a:xfrm>
            <a:off x="5995683" y="3244334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chemeClr val="accent1"/>
                </a:solidFill>
              </a:rPr>
              <a:t>Number of bounds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0F6910E-440F-AA4B-A7A2-4552A8937D58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765053" y="3338986"/>
            <a:ext cx="5230630" cy="90014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764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Chart, histogram&#10;&#10;Description automatically generated">
            <a:extLst>
              <a:ext uri="{FF2B5EF4-FFF2-40B4-BE49-F238E27FC236}">
                <a16:creationId xmlns:a16="http://schemas.microsoft.com/office/drawing/2014/main" id="{2B1109BC-FF28-5649-86EC-783897B3DD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715696"/>
            <a:ext cx="7562672" cy="567200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0299EED-8B45-B24E-8014-773E023AE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Example: </a:t>
            </a:r>
            <a:r>
              <a:rPr lang="en-GB" baseline="30000"/>
              <a:t>60</a:t>
            </a:r>
            <a:r>
              <a:rPr lang="en-GB"/>
              <a:t>CO gamma spectrum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AD8694-AD64-144F-8FA4-3F17EEB3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7886D0-0567-784B-9D2E-EF9197969C28}"/>
              </a:ext>
            </a:extLst>
          </p:cNvPr>
          <p:cNvSpPr txBox="1"/>
          <p:nvPr/>
        </p:nvSpPr>
        <p:spPr>
          <a:xfrm>
            <a:off x="6924448" y="1530994"/>
            <a:ext cx="526755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/>
              <a:t>The increased energy resolution has allowed the energy separation of gamma line to be seen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/>
              <a:t>The 24 groups and the 0.01MeV bin produce the same intensities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GB" sz="2200">
                <a:solidFill>
                  <a:schemeClr val="accent1"/>
                </a:solidFill>
              </a:rPr>
              <a:t>FISPACT-II decay data processing and binning routines are the same in both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/>
              <a:t>Users can define any gamma bin structure they want.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/>
              <a:t> Functionality was originally developed to allow FISPACT-II outputs to match detector resolutions</a:t>
            </a:r>
          </a:p>
        </p:txBody>
      </p:sp>
    </p:spTree>
    <p:extLst>
      <p:ext uri="{BB962C8B-B14F-4D97-AF65-F5344CB8AC3E}">
        <p14:creationId xmlns:p14="http://schemas.microsoft.com/office/powerpoint/2010/main" val="3562608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FE">
      <a:dk1>
        <a:srgbClr val="002F56"/>
      </a:dk1>
      <a:lt1>
        <a:srgbClr val="FFFFFF"/>
      </a:lt1>
      <a:dk2>
        <a:srgbClr val="000000"/>
      </a:dk2>
      <a:lt2>
        <a:srgbClr val="D1D2D3"/>
      </a:lt2>
      <a:accent1>
        <a:srgbClr val="F8971D"/>
      </a:accent1>
      <a:accent2>
        <a:srgbClr val="F6D34D"/>
      </a:accent2>
      <a:accent3>
        <a:srgbClr val="006F45"/>
      </a:accent3>
      <a:accent4>
        <a:srgbClr val="0082CA"/>
      </a:accent4>
      <a:accent5>
        <a:srgbClr val="C9242C"/>
      </a:accent5>
      <a:accent6>
        <a:srgbClr val="808283"/>
      </a:accent6>
      <a:hlink>
        <a:srgbClr val="002F56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gbins_example" id="{54333605-1047-D640-9EAD-A43FC2B8B298}" vid="{B0F3AF36-7152-CF46-A9B4-D78017D9E0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cfcfc48-1a2d-42a7-b271-c69307805be1" xsi:nil="true"/>
    <lcf76f155ced4ddcb4097134ff3c332f xmlns="d38bd537-b8b1-44d1-8ac0-d8e48bade3d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F56A6382C7BE4EAEA3E7A1003F1D5F" ma:contentTypeVersion="18" ma:contentTypeDescription="Create a new document." ma:contentTypeScope="" ma:versionID="08ed5461af3d24331e1a83b145fbd5bf">
  <xsd:schema xmlns:xsd="http://www.w3.org/2001/XMLSchema" xmlns:xs="http://www.w3.org/2001/XMLSchema" xmlns:p="http://schemas.microsoft.com/office/2006/metadata/properties" xmlns:ns2="d38bd537-b8b1-44d1-8ac0-d8e48bade3da" xmlns:ns3="572787ab-1bba-46af-bc13-3165bc5c54ec" xmlns:ns4="dcfcfc48-1a2d-42a7-b271-c69307805be1" targetNamespace="http://schemas.microsoft.com/office/2006/metadata/properties" ma:root="true" ma:fieldsID="1a798f6f77ca64c597f6e6aaa4d237b1" ns2:_="" ns3:_="" ns4:_="">
    <xsd:import namespace="d38bd537-b8b1-44d1-8ac0-d8e48bade3da"/>
    <xsd:import namespace="572787ab-1bba-46af-bc13-3165bc5c54ec"/>
    <xsd:import namespace="dcfcfc48-1a2d-42a7-b271-c69307805b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8bd537-b8b1-44d1-8ac0-d8e48bade3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bc746d9-cbf8-4ec5-9bf9-1cafe5c9033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2787ab-1bba-46af-bc13-3165bc5c54e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fcfc48-1a2d-42a7-b271-c69307805be1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80675826-a1bc-4d74-89b9-651684c40b09}" ma:internalName="TaxCatchAll" ma:showField="CatchAllData" ma:web="572787ab-1bba-46af-bc13-3165bc5c54e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49EFCA-6044-4CFC-996A-DE1260E2F0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A472889-DBF7-4B0B-9A11-3C8AFD728A6E}">
  <ds:schemaRefs>
    <ds:schemaRef ds:uri="d38bd537-b8b1-44d1-8ac0-d8e48bade3da"/>
    <ds:schemaRef ds:uri="dcfcfc48-1a2d-42a7-b271-c69307805be1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12AFCB5-7AF3-4936-AD35-0AE29E0B405D}">
  <ds:schemaRefs>
    <ds:schemaRef ds:uri="572787ab-1bba-46af-bc13-3165bc5c54ec"/>
    <ds:schemaRef ds:uri="d38bd537-b8b1-44d1-8ac0-d8e48bade3da"/>
    <ds:schemaRef ds:uri="dcfcfc48-1a2d-42a7-b271-c69307805be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FISPACT-II</vt:lpstr>
      <vt:lpstr>Gamma Spectra and FISPACT-II</vt:lpstr>
      <vt:lpstr>Gamma Spectra and FISPACT-II(2)</vt:lpstr>
      <vt:lpstr>Higher resolution gamma spectra from FISPACT-II</vt:lpstr>
      <vt:lpstr>Example: 60CO gamma spectrum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FISPACT-II</dc:title>
  <dc:creator>Bailey, Greg</dc:creator>
  <cp:revision>1</cp:revision>
  <cp:lastPrinted>2017-03-10T11:43:47Z</cp:lastPrinted>
  <dcterms:created xsi:type="dcterms:W3CDTF">2022-06-14T11:05:02Z</dcterms:created>
  <dcterms:modified xsi:type="dcterms:W3CDTF">2026-05-29T10:59:28Z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2759de7-3255-46b5-8dfe-736652f9c6c1_Enabled">
    <vt:lpwstr>true</vt:lpwstr>
  </property>
  <property fmtid="{D5CDD505-2E9C-101B-9397-08002B2CF9AE}" pid="3" name="MSIP_Label_22759de7-3255-46b5-8dfe-736652f9c6c1_SetDate">
    <vt:lpwstr>2021-10-21T08:07:56Z</vt:lpwstr>
  </property>
  <property fmtid="{D5CDD505-2E9C-101B-9397-08002B2CF9AE}" pid="4" name="MSIP_Label_22759de7-3255-46b5-8dfe-736652f9c6c1_Method">
    <vt:lpwstr>Privileged</vt:lpwstr>
  </property>
  <property fmtid="{D5CDD505-2E9C-101B-9397-08002B2CF9AE}" pid="5" name="MSIP_Label_22759de7-3255-46b5-8dfe-736652f9c6c1_Name">
    <vt:lpwstr>22759de7-3255-46b5-8dfe-736652f9c6c1</vt:lpwstr>
  </property>
  <property fmtid="{D5CDD505-2E9C-101B-9397-08002B2CF9AE}" pid="6" name="MSIP_Label_22759de7-3255-46b5-8dfe-736652f9c6c1_SiteId">
    <vt:lpwstr>c6ac664b-ae27-4d5d-b4e6-bb5717196fc7</vt:lpwstr>
  </property>
  <property fmtid="{D5CDD505-2E9C-101B-9397-08002B2CF9AE}" pid="7" name="MSIP_Label_22759de7-3255-46b5-8dfe-736652f9c6c1_ActionId">
    <vt:lpwstr>ea7e2a52-486f-476e-9102-e95eb4dff1d7</vt:lpwstr>
  </property>
  <property fmtid="{D5CDD505-2E9C-101B-9397-08002B2CF9AE}" pid="8" name="MSIP_Label_22759de7-3255-46b5-8dfe-736652f9c6c1_ContentBits">
    <vt:lpwstr>0</vt:lpwstr>
  </property>
  <property fmtid="{D5CDD505-2E9C-101B-9397-08002B2CF9AE}" pid="9" name="ContentTypeId">
    <vt:lpwstr>0x01010045F56A6382C7BE4EAEA3E7A1003F1D5F</vt:lpwstr>
  </property>
  <property fmtid="{D5CDD505-2E9C-101B-9397-08002B2CF9AE}" pid="10" name="MediaServiceImageTags">
    <vt:lpwstr/>
  </property>
</Properties>
</file>