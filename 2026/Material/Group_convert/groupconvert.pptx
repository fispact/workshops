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 autoCompressPictures="0">
  <p:sldMasterIdLst>
    <p:sldMasterId id="2147483648" r:id="rId4"/>
  </p:sldMasterIdLst>
  <p:notesMasterIdLst>
    <p:notesMasterId r:id="rId14"/>
  </p:notesMasterIdLst>
  <p:handoutMasterIdLst>
    <p:handoutMasterId r:id="rId15"/>
  </p:handoutMasterIdLst>
  <p:sldIdLst>
    <p:sldId id="257" r:id="rId5"/>
    <p:sldId id="258" r:id="rId6"/>
    <p:sldId id="259" r:id="rId7"/>
    <p:sldId id="260" r:id="rId8"/>
    <p:sldId id="262" r:id="rId9"/>
    <p:sldId id="263" r:id="rId10"/>
    <p:sldId id="261" r:id="rId11"/>
    <p:sldId id="264" r:id="rId12"/>
    <p:sldId id="265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32B4E"/>
    <a:srgbClr val="F8971D"/>
    <a:srgbClr val="EF413C"/>
    <a:srgbClr val="9091B3"/>
    <a:srgbClr val="90919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4890241A-42BC-CE49-9000-7F08E370CEEF}" v="29" dt="2021-10-21T09:57:35.709"/>
    <p1510:client id="{8A1BDBE4-685E-603C-D3D4-2E7A3801BBF2}" v="8" dt="2022-06-14T11:51:46.153"/>
    <p1510:client id="{DEC073C6-5B71-BF1B-6A98-C604772E6939}" v="9" dt="2022-06-14T11:06:49.9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0"/>
    <p:restoredTop sz="94629"/>
  </p:normalViewPr>
  <p:slideViewPr>
    <p:cSldViewPr snapToGrid="0">
      <p:cViewPr varScale="1">
        <p:scale>
          <a:sx n="103" d="100"/>
          <a:sy n="103" d="100"/>
        </p:scale>
        <p:origin x="89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>
        <p:scale>
          <a:sx n="1" d="2"/>
          <a:sy n="1" d="2"/>
        </p:scale>
        <p:origin x="0" y="0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heme" Target="theme/theme1.xml"/><Relationship Id="rId3" Type="http://schemas.openxmlformats.org/officeDocument/2006/relationships/customXml" Target="../customXml/item3.xml"/><Relationship Id="rId21" Type="http://schemas.microsoft.com/office/2015/10/relationships/revisionInfo" Target="revisionInfo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presProps" Target="presProps.xml"/><Relationship Id="rId20" Type="http://schemas.microsoft.com/office/2016/11/relationships/changesInfo" Target="changesInfos/changesInfo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6.xml"/><Relationship Id="rId19" Type="http://schemas.openxmlformats.org/officeDocument/2006/relationships/tableStyles" Target="tableStyle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ailey, Greg" userId="S::greg.bailey@ukaea.uk::76bdb626-9454-41ed-a19c-c2e37ea105e7" providerId="AD" clId="Web-{DEC073C6-5B71-BF1B-6A98-C604772E6939}"/>
    <pc:docChg chg="modSld">
      <pc:chgData name="Bailey, Greg" userId="S::greg.bailey@ukaea.uk::76bdb626-9454-41ed-a19c-c2e37ea105e7" providerId="AD" clId="Web-{DEC073C6-5B71-BF1B-6A98-C604772E6939}" dt="2022-06-14T11:06:44.998" v="7" actId="20577"/>
      <pc:docMkLst>
        <pc:docMk/>
      </pc:docMkLst>
      <pc:sldChg chg="modSp">
        <pc:chgData name="Bailey, Greg" userId="S::greg.bailey@ukaea.uk::76bdb626-9454-41ed-a19c-c2e37ea105e7" providerId="AD" clId="Web-{DEC073C6-5B71-BF1B-6A98-C604772E6939}" dt="2022-06-14T11:06:44.998" v="7" actId="20577"/>
        <pc:sldMkLst>
          <pc:docMk/>
          <pc:sldMk cId="3992540832" sldId="257"/>
        </pc:sldMkLst>
        <pc:spChg chg="mod">
          <ac:chgData name="Bailey, Greg" userId="S::greg.bailey@ukaea.uk::76bdb626-9454-41ed-a19c-c2e37ea105e7" providerId="AD" clId="Web-{DEC073C6-5B71-BF1B-6A98-C604772E6939}" dt="2022-06-14T11:06:44.998" v="7" actId="20577"/>
          <ac:spMkLst>
            <pc:docMk/>
            <pc:sldMk cId="3992540832" sldId="257"/>
            <ac:spMk id="4" creationId="{951FE097-45A1-804C-8D5B-E3F5F5A71A18}"/>
          </ac:spMkLst>
        </pc:spChg>
      </pc:sldChg>
    </pc:docChg>
  </pc:docChgLst>
  <pc:docChgLst>
    <pc:chgData name="Bailey, Greg" userId="S::greg.bailey@ukaea.uk::76bdb626-9454-41ed-a19c-c2e37ea105e7" providerId="AD" clId="Web-{8A1BDBE4-685E-603C-D3D4-2E7A3801BBF2}"/>
    <pc:docChg chg="modSld modMainMaster">
      <pc:chgData name="Bailey, Greg" userId="S::greg.bailey@ukaea.uk::76bdb626-9454-41ed-a19c-c2e37ea105e7" providerId="AD" clId="Web-{8A1BDBE4-685E-603C-D3D4-2E7A3801BBF2}" dt="2022-06-14T11:51:46.153" v="7"/>
      <pc:docMkLst>
        <pc:docMk/>
      </pc:docMkLst>
      <pc:sldChg chg="delSp">
        <pc:chgData name="Bailey, Greg" userId="S::greg.bailey@ukaea.uk::76bdb626-9454-41ed-a19c-c2e37ea105e7" providerId="AD" clId="Web-{8A1BDBE4-685E-603C-D3D4-2E7A3801BBF2}" dt="2022-06-14T11:51:38.294" v="0"/>
        <pc:sldMkLst>
          <pc:docMk/>
          <pc:sldMk cId="3760726688" sldId="258"/>
        </pc:sldMkLst>
        <pc:spChg chg="del">
          <ac:chgData name="Bailey, Greg" userId="S::greg.bailey@ukaea.uk::76bdb626-9454-41ed-a19c-c2e37ea105e7" providerId="AD" clId="Web-{8A1BDBE4-685E-603C-D3D4-2E7A3801BBF2}" dt="2022-06-14T11:51:38.294" v="0"/>
          <ac:spMkLst>
            <pc:docMk/>
            <pc:sldMk cId="3760726688" sldId="258"/>
            <ac:spMk id="4" creationId="{7F438143-4568-404B-AB52-8FE69527C35B}"/>
          </ac:spMkLst>
        </pc:spChg>
      </pc:sldChg>
      <pc:sldChg chg="delSp">
        <pc:chgData name="Bailey, Greg" userId="S::greg.bailey@ukaea.uk::76bdb626-9454-41ed-a19c-c2e37ea105e7" providerId="AD" clId="Web-{8A1BDBE4-685E-603C-D3D4-2E7A3801BBF2}" dt="2022-06-14T11:51:42.325" v="1"/>
        <pc:sldMkLst>
          <pc:docMk/>
          <pc:sldMk cId="885264560" sldId="259"/>
        </pc:sldMkLst>
        <pc:spChg chg="del">
          <ac:chgData name="Bailey, Greg" userId="S::greg.bailey@ukaea.uk::76bdb626-9454-41ed-a19c-c2e37ea105e7" providerId="AD" clId="Web-{8A1BDBE4-685E-603C-D3D4-2E7A3801BBF2}" dt="2022-06-14T11:51:42.325" v="1"/>
          <ac:spMkLst>
            <pc:docMk/>
            <pc:sldMk cId="885264560" sldId="259"/>
            <ac:spMk id="4" creationId="{E16378B7-871F-5548-8983-0FBBE8F46472}"/>
          </ac:spMkLst>
        </pc:spChg>
      </pc:sldChg>
      <pc:sldChg chg="delSp">
        <pc:chgData name="Bailey, Greg" userId="S::greg.bailey@ukaea.uk::76bdb626-9454-41ed-a19c-c2e37ea105e7" providerId="AD" clId="Web-{8A1BDBE4-685E-603C-D3D4-2E7A3801BBF2}" dt="2022-06-14T11:51:42.325" v="1"/>
        <pc:sldMkLst>
          <pc:docMk/>
          <pc:sldMk cId="4265717372" sldId="260"/>
        </pc:sldMkLst>
        <pc:spChg chg="del">
          <ac:chgData name="Bailey, Greg" userId="S::greg.bailey@ukaea.uk::76bdb626-9454-41ed-a19c-c2e37ea105e7" providerId="AD" clId="Web-{8A1BDBE4-685E-603C-D3D4-2E7A3801BBF2}" dt="2022-06-14T11:51:42.325" v="1"/>
          <ac:spMkLst>
            <pc:docMk/>
            <pc:sldMk cId="4265717372" sldId="260"/>
            <ac:spMk id="4" creationId="{D1A16BB3-C228-2F4C-80EE-9396221C08BD}"/>
          </ac:spMkLst>
        </pc:spChg>
      </pc:sldChg>
      <pc:sldChg chg="delSp">
        <pc:chgData name="Bailey, Greg" userId="S::greg.bailey@ukaea.uk::76bdb626-9454-41ed-a19c-c2e37ea105e7" providerId="AD" clId="Web-{8A1BDBE4-685E-603C-D3D4-2E7A3801BBF2}" dt="2022-06-14T11:51:42.325" v="1"/>
        <pc:sldMkLst>
          <pc:docMk/>
          <pc:sldMk cId="3203011646" sldId="261"/>
        </pc:sldMkLst>
        <pc:spChg chg="del">
          <ac:chgData name="Bailey, Greg" userId="S::greg.bailey@ukaea.uk::76bdb626-9454-41ed-a19c-c2e37ea105e7" providerId="AD" clId="Web-{8A1BDBE4-685E-603C-D3D4-2E7A3801BBF2}" dt="2022-06-14T11:51:42.325" v="1"/>
          <ac:spMkLst>
            <pc:docMk/>
            <pc:sldMk cId="3203011646" sldId="261"/>
            <ac:spMk id="4" creationId="{136B4256-E07C-634E-A594-20C49D55E10E}"/>
          </ac:spMkLst>
        </pc:spChg>
      </pc:sldChg>
      <pc:sldChg chg="delSp">
        <pc:chgData name="Bailey, Greg" userId="S::greg.bailey@ukaea.uk::76bdb626-9454-41ed-a19c-c2e37ea105e7" providerId="AD" clId="Web-{8A1BDBE4-685E-603C-D3D4-2E7A3801BBF2}" dt="2022-06-14T11:51:42.325" v="1"/>
        <pc:sldMkLst>
          <pc:docMk/>
          <pc:sldMk cId="2001151961" sldId="262"/>
        </pc:sldMkLst>
        <pc:spChg chg="del">
          <ac:chgData name="Bailey, Greg" userId="S::greg.bailey@ukaea.uk::76bdb626-9454-41ed-a19c-c2e37ea105e7" providerId="AD" clId="Web-{8A1BDBE4-685E-603C-D3D4-2E7A3801BBF2}" dt="2022-06-14T11:51:42.325" v="1"/>
          <ac:spMkLst>
            <pc:docMk/>
            <pc:sldMk cId="2001151961" sldId="262"/>
            <ac:spMk id="4" creationId="{FAA6C05A-F419-674D-B1A4-7AF25F0BA742}"/>
          </ac:spMkLst>
        </pc:spChg>
      </pc:sldChg>
      <pc:sldChg chg="delSp">
        <pc:chgData name="Bailey, Greg" userId="S::greg.bailey@ukaea.uk::76bdb626-9454-41ed-a19c-c2e37ea105e7" providerId="AD" clId="Web-{8A1BDBE4-685E-603C-D3D4-2E7A3801BBF2}" dt="2022-06-14T11:51:42.325" v="1"/>
        <pc:sldMkLst>
          <pc:docMk/>
          <pc:sldMk cId="1094638448" sldId="263"/>
        </pc:sldMkLst>
        <pc:spChg chg="del">
          <ac:chgData name="Bailey, Greg" userId="S::greg.bailey@ukaea.uk::76bdb626-9454-41ed-a19c-c2e37ea105e7" providerId="AD" clId="Web-{8A1BDBE4-685E-603C-D3D4-2E7A3801BBF2}" dt="2022-06-14T11:51:42.325" v="1"/>
          <ac:spMkLst>
            <pc:docMk/>
            <pc:sldMk cId="1094638448" sldId="263"/>
            <ac:spMk id="4" creationId="{ED189098-1A2F-4249-ABA5-7840345FAA87}"/>
          </ac:spMkLst>
        </pc:spChg>
      </pc:sldChg>
      <pc:sldChg chg="delSp">
        <pc:chgData name="Bailey, Greg" userId="S::greg.bailey@ukaea.uk::76bdb626-9454-41ed-a19c-c2e37ea105e7" providerId="AD" clId="Web-{8A1BDBE4-685E-603C-D3D4-2E7A3801BBF2}" dt="2022-06-14T11:51:42.325" v="1"/>
        <pc:sldMkLst>
          <pc:docMk/>
          <pc:sldMk cId="3129852184" sldId="264"/>
        </pc:sldMkLst>
        <pc:spChg chg="del">
          <ac:chgData name="Bailey, Greg" userId="S::greg.bailey@ukaea.uk::76bdb626-9454-41ed-a19c-c2e37ea105e7" providerId="AD" clId="Web-{8A1BDBE4-685E-603C-D3D4-2E7A3801BBF2}" dt="2022-06-14T11:51:42.325" v="1"/>
          <ac:spMkLst>
            <pc:docMk/>
            <pc:sldMk cId="3129852184" sldId="264"/>
            <ac:spMk id="4" creationId="{9E64118C-6C77-D04C-9D26-13D9BBC98545}"/>
          </ac:spMkLst>
        </pc:spChg>
      </pc:sldChg>
      <pc:sldChg chg="delSp">
        <pc:chgData name="Bailey, Greg" userId="S::greg.bailey@ukaea.uk::76bdb626-9454-41ed-a19c-c2e37ea105e7" providerId="AD" clId="Web-{8A1BDBE4-685E-603C-D3D4-2E7A3801BBF2}" dt="2022-06-14T11:51:42.325" v="1"/>
        <pc:sldMkLst>
          <pc:docMk/>
          <pc:sldMk cId="795206556" sldId="265"/>
        </pc:sldMkLst>
        <pc:spChg chg="del">
          <ac:chgData name="Bailey, Greg" userId="S::greg.bailey@ukaea.uk::76bdb626-9454-41ed-a19c-c2e37ea105e7" providerId="AD" clId="Web-{8A1BDBE4-685E-603C-D3D4-2E7A3801BBF2}" dt="2022-06-14T11:51:42.325" v="1"/>
          <ac:spMkLst>
            <pc:docMk/>
            <pc:sldMk cId="795206556" sldId="265"/>
            <ac:spMk id="4" creationId="{63897570-9BF9-884A-9659-7D22B5F3CB2B}"/>
          </ac:spMkLst>
        </pc:spChg>
      </pc:sldChg>
      <pc:sldMasterChg chg="mod modSldLayout">
        <pc:chgData name="Bailey, Greg" userId="S::greg.bailey@ukaea.uk::76bdb626-9454-41ed-a19c-c2e37ea105e7" providerId="AD" clId="Web-{8A1BDBE4-685E-603C-D3D4-2E7A3801BBF2}" dt="2022-06-14T11:51:46.153" v="7"/>
        <pc:sldMasterMkLst>
          <pc:docMk/>
          <pc:sldMasterMk cId="31676753" sldId="2147483648"/>
        </pc:sldMasterMkLst>
        <pc:sldLayoutChg chg="mod">
          <pc:chgData name="Bailey, Greg" userId="S::greg.bailey@ukaea.uk::76bdb626-9454-41ed-a19c-c2e37ea105e7" providerId="AD" clId="Web-{8A1BDBE4-685E-603C-D3D4-2E7A3801BBF2}" dt="2022-06-14T11:51:46.153" v="7"/>
          <pc:sldLayoutMkLst>
            <pc:docMk/>
            <pc:sldMasterMk cId="31676753" sldId="2147483648"/>
            <pc:sldLayoutMk cId="54068067" sldId="2147483650"/>
          </pc:sldLayoutMkLst>
        </pc:sldLayoutChg>
        <pc:sldLayoutChg chg="mod">
          <pc:chgData name="Bailey, Greg" userId="S::greg.bailey@ukaea.uk::76bdb626-9454-41ed-a19c-c2e37ea105e7" providerId="AD" clId="Web-{8A1BDBE4-685E-603C-D3D4-2E7A3801BBF2}" dt="2022-06-14T11:51:46.153" v="7"/>
          <pc:sldLayoutMkLst>
            <pc:docMk/>
            <pc:sldMasterMk cId="31676753" sldId="2147483648"/>
            <pc:sldLayoutMk cId="336419388" sldId="2147483651"/>
          </pc:sldLayoutMkLst>
        </pc:sldLayoutChg>
        <pc:sldLayoutChg chg="mod">
          <pc:chgData name="Bailey, Greg" userId="S::greg.bailey@ukaea.uk::76bdb626-9454-41ed-a19c-c2e37ea105e7" providerId="AD" clId="Web-{8A1BDBE4-685E-603C-D3D4-2E7A3801BBF2}" dt="2022-06-14T11:51:46.153" v="7"/>
          <pc:sldLayoutMkLst>
            <pc:docMk/>
            <pc:sldMasterMk cId="31676753" sldId="2147483648"/>
            <pc:sldLayoutMk cId="2023695212" sldId="2147483652"/>
          </pc:sldLayoutMkLst>
        </pc:sldLayoutChg>
        <pc:sldLayoutChg chg="mod">
          <pc:chgData name="Bailey, Greg" userId="S::greg.bailey@ukaea.uk::76bdb626-9454-41ed-a19c-c2e37ea105e7" providerId="AD" clId="Web-{8A1BDBE4-685E-603C-D3D4-2E7A3801BBF2}" dt="2022-06-14T11:51:46.153" v="7"/>
          <pc:sldLayoutMkLst>
            <pc:docMk/>
            <pc:sldMasterMk cId="31676753" sldId="2147483648"/>
            <pc:sldLayoutMk cId="399426898" sldId="2147483653"/>
          </pc:sldLayoutMkLst>
        </pc:sldLayoutChg>
        <pc:sldLayoutChg chg="mod">
          <pc:chgData name="Bailey, Greg" userId="S::greg.bailey@ukaea.uk::76bdb626-9454-41ed-a19c-c2e37ea105e7" providerId="AD" clId="Web-{8A1BDBE4-685E-603C-D3D4-2E7A3801BBF2}" dt="2022-06-14T11:51:46.153" v="7"/>
          <pc:sldLayoutMkLst>
            <pc:docMk/>
            <pc:sldMasterMk cId="31676753" sldId="2147483648"/>
            <pc:sldLayoutMk cId="1477052292" sldId="2147483655"/>
          </pc:sldLayoutMkLst>
        </pc:sldLayoutChg>
        <pc:sldLayoutChg chg="mod">
          <pc:chgData name="Bailey, Greg" userId="S::greg.bailey@ukaea.uk::76bdb626-9454-41ed-a19c-c2e37ea105e7" providerId="AD" clId="Web-{8A1BDBE4-685E-603C-D3D4-2E7A3801BBF2}" dt="2022-06-14T11:51:46.153" v="7"/>
          <pc:sldLayoutMkLst>
            <pc:docMk/>
            <pc:sldMasterMk cId="31676753" sldId="2147483648"/>
            <pc:sldLayoutMk cId="147629382" sldId="2147483660"/>
          </pc:sldLayoutMkLst>
        </pc:sldLayoutChg>
        <pc:sldLayoutChg chg="mod">
          <pc:chgData name="Bailey, Greg" userId="S::greg.bailey@ukaea.uk::76bdb626-9454-41ed-a19c-c2e37ea105e7" providerId="AD" clId="Web-{8A1BDBE4-685E-603C-D3D4-2E7A3801BBF2}" dt="2022-06-14T11:51:46.153" v="7"/>
          <pc:sldLayoutMkLst>
            <pc:docMk/>
            <pc:sldMasterMk cId="31676753" sldId="2147483648"/>
            <pc:sldLayoutMk cId="0" sldId="2147483667"/>
          </pc:sldLayoutMkLst>
        </pc:sldLayoutChg>
        <pc:sldLayoutChg chg="mod">
          <pc:chgData name="Bailey, Greg" userId="S::greg.bailey@ukaea.uk::76bdb626-9454-41ed-a19c-c2e37ea105e7" providerId="AD" clId="Web-{8A1BDBE4-685E-603C-D3D4-2E7A3801BBF2}" dt="2022-06-14T11:51:46.153" v="7"/>
          <pc:sldLayoutMkLst>
            <pc:docMk/>
            <pc:sldMasterMk cId="31676753" sldId="2147483648"/>
            <pc:sldLayoutMk cId="0" sldId="2147483670"/>
          </pc:sldLayoutMkLst>
        </pc:sldLayoutChg>
        <pc:sldLayoutChg chg="mod">
          <pc:chgData name="Bailey, Greg" userId="S::greg.bailey@ukaea.uk::76bdb626-9454-41ed-a19c-c2e37ea105e7" providerId="AD" clId="Web-{8A1BDBE4-685E-603C-D3D4-2E7A3801BBF2}" dt="2022-06-14T11:51:46.153" v="7"/>
          <pc:sldLayoutMkLst>
            <pc:docMk/>
            <pc:sldMasterMk cId="31676753" sldId="2147483648"/>
            <pc:sldLayoutMk cId="0" sldId="2147483671"/>
          </pc:sldLayoutMkLst>
        </pc:sldLayoutChg>
        <pc:sldLayoutChg chg="mod">
          <pc:chgData name="Bailey, Greg" userId="S::greg.bailey@ukaea.uk::76bdb626-9454-41ed-a19c-c2e37ea105e7" providerId="AD" clId="Web-{8A1BDBE4-685E-603C-D3D4-2E7A3801BBF2}" dt="2022-06-14T11:51:46.153" v="7"/>
          <pc:sldLayoutMkLst>
            <pc:docMk/>
            <pc:sldMasterMk cId="31676753" sldId="2147483648"/>
            <pc:sldLayoutMk cId="0" sldId="2147483672"/>
          </pc:sldLayoutMkLst>
        </pc:sldLayoutChg>
        <pc:sldLayoutChg chg="mod">
          <pc:chgData name="Bailey, Greg" userId="S::greg.bailey@ukaea.uk::76bdb626-9454-41ed-a19c-c2e37ea105e7" providerId="AD" clId="Web-{8A1BDBE4-685E-603C-D3D4-2E7A3801BBF2}" dt="2022-06-14T11:51:46.153" v="7"/>
          <pc:sldLayoutMkLst>
            <pc:docMk/>
            <pc:sldMasterMk cId="31676753" sldId="2147483648"/>
            <pc:sldLayoutMk cId="0" sldId="2147483673"/>
          </pc:sldLayoutMkLst>
        </pc:sldLayoutChg>
        <pc:sldLayoutChg chg="mod">
          <pc:chgData name="Bailey, Greg" userId="S::greg.bailey@ukaea.uk::76bdb626-9454-41ed-a19c-c2e37ea105e7" providerId="AD" clId="Web-{8A1BDBE4-685E-603C-D3D4-2E7A3801BBF2}" dt="2022-06-14T11:51:46.153" v="7"/>
          <pc:sldLayoutMkLst>
            <pc:docMk/>
            <pc:sldMasterMk cId="31676753" sldId="2147483648"/>
            <pc:sldLayoutMk cId="0" sldId="2147483674"/>
          </pc:sldLayoutMkLst>
        </pc:sldLayoutChg>
        <pc:sldLayoutChg chg="mod">
          <pc:chgData name="Bailey, Greg" userId="S::greg.bailey@ukaea.uk::76bdb626-9454-41ed-a19c-c2e37ea105e7" providerId="AD" clId="Web-{8A1BDBE4-685E-603C-D3D4-2E7A3801BBF2}" dt="2022-06-14T11:51:46.153" v="7"/>
          <pc:sldLayoutMkLst>
            <pc:docMk/>
            <pc:sldMasterMk cId="31676753" sldId="2147483648"/>
            <pc:sldLayoutMk cId="0" sldId="2147483675"/>
          </pc:sldLayoutMkLst>
        </pc:sldLayoutChg>
        <pc:sldLayoutChg chg="mod">
          <pc:chgData name="Bailey, Greg" userId="S::greg.bailey@ukaea.uk::76bdb626-9454-41ed-a19c-c2e37ea105e7" providerId="AD" clId="Web-{8A1BDBE4-685E-603C-D3D4-2E7A3801BBF2}" dt="2022-06-14T11:51:46.153" v="7"/>
          <pc:sldLayoutMkLst>
            <pc:docMk/>
            <pc:sldMasterMk cId="31676753" sldId="2147483648"/>
            <pc:sldLayoutMk cId="0" sldId="2147483676"/>
          </pc:sldLayoutMkLst>
        </pc:sldLayoutChg>
        <pc:sldLayoutChg chg="mod">
          <pc:chgData name="Bailey, Greg" userId="S::greg.bailey@ukaea.uk::76bdb626-9454-41ed-a19c-c2e37ea105e7" providerId="AD" clId="Web-{8A1BDBE4-685E-603C-D3D4-2E7A3801BBF2}" dt="2022-06-14T11:51:46.153" v="7"/>
          <pc:sldLayoutMkLst>
            <pc:docMk/>
            <pc:sldMasterMk cId="31676753" sldId="2147483648"/>
            <pc:sldLayoutMk cId="0" sldId="2147483677"/>
          </pc:sldLayoutMkLst>
        </pc:sldLayoutChg>
      </pc:sldMasterChg>
    </pc:docChg>
  </pc:docChgLst>
  <pc:docChgLst>
    <pc:chgData name="Bailey, Greg" userId="76bdb626-9454-41ed-a19c-c2e37ea105e7" providerId="ADAL" clId="{4890241A-42BC-CE49-9000-7F08E370CEEF}"/>
    <pc:docChg chg="modSld">
      <pc:chgData name="Bailey, Greg" userId="76bdb626-9454-41ed-a19c-c2e37ea105e7" providerId="ADAL" clId="{4890241A-42BC-CE49-9000-7F08E370CEEF}" dt="2021-10-21T09:57:35.710" v="28" actId="20577"/>
      <pc:docMkLst>
        <pc:docMk/>
      </pc:docMkLst>
      <pc:sldChg chg="modSp mod">
        <pc:chgData name="Bailey, Greg" userId="76bdb626-9454-41ed-a19c-c2e37ea105e7" providerId="ADAL" clId="{4890241A-42BC-CE49-9000-7F08E370CEEF}" dt="2021-10-21T09:53:52.395" v="2" actId="20577"/>
        <pc:sldMkLst>
          <pc:docMk/>
          <pc:sldMk cId="3760726688" sldId="258"/>
        </pc:sldMkLst>
        <pc:spChg chg="mod">
          <ac:chgData name="Bailey, Greg" userId="76bdb626-9454-41ed-a19c-c2e37ea105e7" providerId="ADAL" clId="{4890241A-42BC-CE49-9000-7F08E370CEEF}" dt="2021-10-21T09:53:52.395" v="2" actId="20577"/>
          <ac:spMkLst>
            <pc:docMk/>
            <pc:sldMk cId="3760726688" sldId="258"/>
            <ac:spMk id="2" creationId="{E409C8D3-D327-D44D-8D98-0B8CD7ABE2C2}"/>
          </ac:spMkLst>
        </pc:spChg>
      </pc:sldChg>
      <pc:sldChg chg="modSp mod">
        <pc:chgData name="Bailey, Greg" userId="76bdb626-9454-41ed-a19c-c2e37ea105e7" providerId="ADAL" clId="{4890241A-42BC-CE49-9000-7F08E370CEEF}" dt="2021-10-21T09:54:34.905" v="6" actId="20577"/>
        <pc:sldMkLst>
          <pc:docMk/>
          <pc:sldMk cId="4265717372" sldId="260"/>
        </pc:sldMkLst>
        <pc:spChg chg="mod">
          <ac:chgData name="Bailey, Greg" userId="76bdb626-9454-41ed-a19c-c2e37ea105e7" providerId="ADAL" clId="{4890241A-42BC-CE49-9000-7F08E370CEEF}" dt="2021-10-21T09:54:34.905" v="6" actId="20577"/>
          <ac:spMkLst>
            <pc:docMk/>
            <pc:sldMk cId="4265717372" sldId="260"/>
            <ac:spMk id="22" creationId="{31DAC9F6-BE33-E946-8FD4-E3F742474528}"/>
          </ac:spMkLst>
        </pc:spChg>
      </pc:sldChg>
      <pc:sldChg chg="modSp mod">
        <pc:chgData name="Bailey, Greg" userId="76bdb626-9454-41ed-a19c-c2e37ea105e7" providerId="ADAL" clId="{4890241A-42BC-CE49-9000-7F08E370CEEF}" dt="2021-10-21T09:55:09.660" v="26" actId="20577"/>
        <pc:sldMkLst>
          <pc:docMk/>
          <pc:sldMk cId="2001151961" sldId="262"/>
        </pc:sldMkLst>
        <pc:spChg chg="mod">
          <ac:chgData name="Bailey, Greg" userId="76bdb626-9454-41ed-a19c-c2e37ea105e7" providerId="ADAL" clId="{4890241A-42BC-CE49-9000-7F08E370CEEF}" dt="2021-10-21T09:55:09.660" v="26" actId="20577"/>
          <ac:spMkLst>
            <pc:docMk/>
            <pc:sldMk cId="2001151961" sldId="262"/>
            <ac:spMk id="10" creationId="{E0D63468-516B-694A-A264-491D17B9EAAD}"/>
          </ac:spMkLst>
        </pc:spChg>
      </pc:sldChg>
      <pc:sldChg chg="modSp mod">
        <pc:chgData name="Bailey, Greg" userId="76bdb626-9454-41ed-a19c-c2e37ea105e7" providerId="ADAL" clId="{4890241A-42BC-CE49-9000-7F08E370CEEF}" dt="2021-10-21T09:57:35.710" v="28" actId="20577"/>
        <pc:sldMkLst>
          <pc:docMk/>
          <pc:sldMk cId="795206556" sldId="265"/>
        </pc:sldMkLst>
        <pc:spChg chg="mod">
          <ac:chgData name="Bailey, Greg" userId="76bdb626-9454-41ed-a19c-c2e37ea105e7" providerId="ADAL" clId="{4890241A-42BC-CE49-9000-7F08E370CEEF}" dt="2021-10-21T09:57:35.710" v="28" actId="20577"/>
          <ac:spMkLst>
            <pc:docMk/>
            <pc:sldMk cId="795206556" sldId="265"/>
            <ac:spMk id="8" creationId="{F02BF322-FC41-3440-9049-CE419023F81D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8C494B7-3010-C04A-A8D2-3A67F5B3F740}" type="slidenum">
              <a:rPr lang="en-US" smtClean="0"/>
              <a:t>‹#›</a:t>
            </a:fld>
            <a:endParaRPr lang="en-US"/>
          </a:p>
        </p:txBody>
      </p:sp>
      <p:sp>
        <p:nvSpPr>
          <p:cNvPr id="6" name="Date Placeholder 5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8F9E3AD-85AA-4D4F-953B-BDDC046C417F}" type="datetimeFigureOut">
              <a:rPr lang="en-US" smtClean="0"/>
              <a:t>6/18/24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32365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4C9CD0D-D0C5-DD4D-B44E-98E59B6DF763}" type="datetimeFigureOut">
              <a:rPr lang="en-US" smtClean="0"/>
              <a:t>6/18/24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3C2E606-7E0B-0B4A-8955-4487729DC77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62504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7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8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0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11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4.emf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image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FCADA416-708B-DD40-9BCB-CFF6201AAFB9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9245" y="-12851"/>
            <a:ext cx="12206472" cy="5324684"/>
          </a:xfrm>
          <a:prstGeom prst="rect">
            <a:avLst/>
          </a:prstGeom>
        </p:spPr>
      </p:pic>
      <p:sp>
        <p:nvSpPr>
          <p:cNvPr id="13" name="Freeform 12"/>
          <p:cNvSpPr/>
          <p:nvPr userDrawn="1"/>
        </p:nvSpPr>
        <p:spPr>
          <a:xfrm>
            <a:off x="-18930" y="2886832"/>
            <a:ext cx="12216157" cy="3979419"/>
          </a:xfrm>
          <a:custGeom>
            <a:avLst/>
            <a:gdLst>
              <a:gd name="connsiteX0" fmla="*/ 0 w 12260826"/>
              <a:gd name="connsiteY0" fmla="*/ 0 h 5270090"/>
              <a:gd name="connsiteX1" fmla="*/ 12260826 w 12260826"/>
              <a:gd name="connsiteY1" fmla="*/ 4817806 h 5270090"/>
              <a:gd name="connsiteX2" fmla="*/ 12260826 w 12260826"/>
              <a:gd name="connsiteY2" fmla="*/ 5270090 h 5270090"/>
              <a:gd name="connsiteX3" fmla="*/ 29497 w 12260826"/>
              <a:gd name="connsiteY3" fmla="*/ 5270090 h 5270090"/>
              <a:gd name="connsiteX4" fmla="*/ 0 w 12260826"/>
              <a:gd name="connsiteY4" fmla="*/ 0 h 5270090"/>
              <a:gd name="connsiteX0" fmla="*/ 7935 w 12231329"/>
              <a:gd name="connsiteY0" fmla="*/ 0 h 5254048"/>
              <a:gd name="connsiteX1" fmla="*/ 12231329 w 12231329"/>
              <a:gd name="connsiteY1" fmla="*/ 4801764 h 5254048"/>
              <a:gd name="connsiteX2" fmla="*/ 12231329 w 12231329"/>
              <a:gd name="connsiteY2" fmla="*/ 5254048 h 5254048"/>
              <a:gd name="connsiteX3" fmla="*/ 0 w 12231329"/>
              <a:gd name="connsiteY3" fmla="*/ 5254048 h 5254048"/>
              <a:gd name="connsiteX4" fmla="*/ 7935 w 12231329"/>
              <a:gd name="connsiteY4" fmla="*/ 0 h 5254048"/>
              <a:gd name="connsiteX0" fmla="*/ 0 w 12223394"/>
              <a:gd name="connsiteY0" fmla="*/ 0 h 5259395"/>
              <a:gd name="connsiteX1" fmla="*/ 12223394 w 12223394"/>
              <a:gd name="connsiteY1" fmla="*/ 4801764 h 5259395"/>
              <a:gd name="connsiteX2" fmla="*/ 12223394 w 12223394"/>
              <a:gd name="connsiteY2" fmla="*/ 5254048 h 5259395"/>
              <a:gd name="connsiteX3" fmla="*/ 72276 w 12223394"/>
              <a:gd name="connsiteY3" fmla="*/ 5259395 h 5259395"/>
              <a:gd name="connsiteX4" fmla="*/ 0 w 12223394"/>
              <a:gd name="connsiteY4" fmla="*/ 0 h 5259395"/>
              <a:gd name="connsiteX0" fmla="*/ 0 w 12223394"/>
              <a:gd name="connsiteY0" fmla="*/ 0 h 5264743"/>
              <a:gd name="connsiteX1" fmla="*/ 12223394 w 12223394"/>
              <a:gd name="connsiteY1" fmla="*/ 4801764 h 5264743"/>
              <a:gd name="connsiteX2" fmla="*/ 12223394 w 12223394"/>
              <a:gd name="connsiteY2" fmla="*/ 5254048 h 5264743"/>
              <a:gd name="connsiteX3" fmla="*/ 8107 w 12223394"/>
              <a:gd name="connsiteY3" fmla="*/ 5264743 h 5264743"/>
              <a:gd name="connsiteX4" fmla="*/ 0 w 12223394"/>
              <a:gd name="connsiteY4" fmla="*/ 0 h 5264743"/>
              <a:gd name="connsiteX0" fmla="*/ 0 w 12223394"/>
              <a:gd name="connsiteY0" fmla="*/ 0 h 5254048"/>
              <a:gd name="connsiteX1" fmla="*/ 12223394 w 12223394"/>
              <a:gd name="connsiteY1" fmla="*/ 4801764 h 5254048"/>
              <a:gd name="connsiteX2" fmla="*/ 12223394 w 12223394"/>
              <a:gd name="connsiteY2" fmla="*/ 5254048 h 5254048"/>
              <a:gd name="connsiteX3" fmla="*/ 8107 w 12223394"/>
              <a:gd name="connsiteY3" fmla="*/ 5238006 h 5254048"/>
              <a:gd name="connsiteX4" fmla="*/ 0 w 12223394"/>
              <a:gd name="connsiteY4" fmla="*/ 0 h 5254048"/>
              <a:gd name="connsiteX0" fmla="*/ 0 w 12223394"/>
              <a:gd name="connsiteY0" fmla="*/ 0 h 4841452"/>
              <a:gd name="connsiteX1" fmla="*/ 12223394 w 12223394"/>
              <a:gd name="connsiteY1" fmla="*/ 4389168 h 4841452"/>
              <a:gd name="connsiteX2" fmla="*/ 12223394 w 12223394"/>
              <a:gd name="connsiteY2" fmla="*/ 4841452 h 4841452"/>
              <a:gd name="connsiteX3" fmla="*/ 8107 w 12223394"/>
              <a:gd name="connsiteY3" fmla="*/ 4825410 h 4841452"/>
              <a:gd name="connsiteX4" fmla="*/ 0 w 12223394"/>
              <a:gd name="connsiteY4" fmla="*/ 0 h 4841452"/>
              <a:gd name="connsiteX0" fmla="*/ 3585 w 12215828"/>
              <a:gd name="connsiteY0" fmla="*/ 0 h 4629579"/>
              <a:gd name="connsiteX1" fmla="*/ 12215828 w 12215828"/>
              <a:gd name="connsiteY1" fmla="*/ 4177295 h 4629579"/>
              <a:gd name="connsiteX2" fmla="*/ 12215828 w 12215828"/>
              <a:gd name="connsiteY2" fmla="*/ 4629579 h 4629579"/>
              <a:gd name="connsiteX3" fmla="*/ 541 w 12215828"/>
              <a:gd name="connsiteY3" fmla="*/ 4613537 h 4629579"/>
              <a:gd name="connsiteX4" fmla="*/ 3585 w 12215828"/>
              <a:gd name="connsiteY4" fmla="*/ 0 h 4629579"/>
              <a:gd name="connsiteX0" fmla="*/ 3585 w 12215828"/>
              <a:gd name="connsiteY0" fmla="*/ 0 h 4685336"/>
              <a:gd name="connsiteX1" fmla="*/ 12215828 w 12215828"/>
              <a:gd name="connsiteY1" fmla="*/ 4233052 h 4685336"/>
              <a:gd name="connsiteX2" fmla="*/ 12215828 w 12215828"/>
              <a:gd name="connsiteY2" fmla="*/ 4685336 h 4685336"/>
              <a:gd name="connsiteX3" fmla="*/ 541 w 12215828"/>
              <a:gd name="connsiteY3" fmla="*/ 4669294 h 4685336"/>
              <a:gd name="connsiteX4" fmla="*/ 3585 w 12215828"/>
              <a:gd name="connsiteY4" fmla="*/ 0 h 4685336"/>
              <a:gd name="connsiteX0" fmla="*/ 3585 w 12249282"/>
              <a:gd name="connsiteY0" fmla="*/ 0 h 4685336"/>
              <a:gd name="connsiteX1" fmla="*/ 12249282 w 12249282"/>
              <a:gd name="connsiteY1" fmla="*/ 3842759 h 4685336"/>
              <a:gd name="connsiteX2" fmla="*/ 12215828 w 12249282"/>
              <a:gd name="connsiteY2" fmla="*/ 4685336 h 4685336"/>
              <a:gd name="connsiteX3" fmla="*/ 541 w 12249282"/>
              <a:gd name="connsiteY3" fmla="*/ 4669294 h 4685336"/>
              <a:gd name="connsiteX4" fmla="*/ 3585 w 12249282"/>
              <a:gd name="connsiteY4" fmla="*/ 0 h 4685336"/>
              <a:gd name="connsiteX0" fmla="*/ 0 w 12279151"/>
              <a:gd name="connsiteY0" fmla="*/ 0 h 4573823"/>
              <a:gd name="connsiteX1" fmla="*/ 12279151 w 12279151"/>
              <a:gd name="connsiteY1" fmla="*/ 3731246 h 4573823"/>
              <a:gd name="connsiteX2" fmla="*/ 12245697 w 12279151"/>
              <a:gd name="connsiteY2" fmla="*/ 4573823 h 4573823"/>
              <a:gd name="connsiteX3" fmla="*/ 30410 w 12279151"/>
              <a:gd name="connsiteY3" fmla="*/ 4557781 h 4573823"/>
              <a:gd name="connsiteX4" fmla="*/ 0 w 12279151"/>
              <a:gd name="connsiteY4" fmla="*/ 0 h 4573823"/>
              <a:gd name="connsiteX0" fmla="*/ 0 w 12346058"/>
              <a:gd name="connsiteY0" fmla="*/ 0 h 4573823"/>
              <a:gd name="connsiteX1" fmla="*/ 12346058 w 12346058"/>
              <a:gd name="connsiteY1" fmla="*/ 3541675 h 4573823"/>
              <a:gd name="connsiteX2" fmla="*/ 12245697 w 12346058"/>
              <a:gd name="connsiteY2" fmla="*/ 4573823 h 4573823"/>
              <a:gd name="connsiteX3" fmla="*/ 30410 w 12346058"/>
              <a:gd name="connsiteY3" fmla="*/ 4557781 h 4573823"/>
              <a:gd name="connsiteX4" fmla="*/ 0 w 12346058"/>
              <a:gd name="connsiteY4" fmla="*/ 0 h 4573823"/>
              <a:gd name="connsiteX0" fmla="*/ 0 w 12245697"/>
              <a:gd name="connsiteY0" fmla="*/ 0 h 4573823"/>
              <a:gd name="connsiteX1" fmla="*/ 12211379 w 12245697"/>
              <a:gd name="connsiteY1" fmla="*/ 3492056 h 4573823"/>
              <a:gd name="connsiteX2" fmla="*/ 12245697 w 12245697"/>
              <a:gd name="connsiteY2" fmla="*/ 4573823 h 4573823"/>
              <a:gd name="connsiteX3" fmla="*/ 30410 w 12245697"/>
              <a:gd name="connsiteY3" fmla="*/ 4557781 h 4573823"/>
              <a:gd name="connsiteX4" fmla="*/ 0 w 12245697"/>
              <a:gd name="connsiteY4" fmla="*/ 0 h 4573823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756600 w 12211379"/>
              <a:gd name="connsiteY2" fmla="*/ 4020930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827484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41341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0257 w 12221427"/>
              <a:gd name="connsiteY2" fmla="*/ 4541341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25696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16269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9684 w 12221427"/>
              <a:gd name="connsiteY2" fmla="*/ 4546055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1599482 w 12221427"/>
              <a:gd name="connsiteY2" fmla="*/ 4021269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1733 w 12221427"/>
              <a:gd name="connsiteY2" fmla="*/ 4530152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33052 w 12214722"/>
              <a:gd name="connsiteY0" fmla="*/ 0 h 4546593"/>
              <a:gd name="connsiteX1" fmla="*/ 12214722 w 12214722"/>
              <a:gd name="connsiteY1" fmla="*/ 3486202 h 4546593"/>
              <a:gd name="connsiteX2" fmla="*/ 12205028 w 12214722"/>
              <a:gd name="connsiteY2" fmla="*/ 4514250 h 4546593"/>
              <a:gd name="connsiteX3" fmla="*/ 137 w 12214722"/>
              <a:gd name="connsiteY3" fmla="*/ 4546593 h 4546593"/>
              <a:gd name="connsiteX4" fmla="*/ 33052 w 12214722"/>
              <a:gd name="connsiteY4" fmla="*/ 0 h 4546593"/>
              <a:gd name="connsiteX0" fmla="*/ 25134 w 12214755"/>
              <a:gd name="connsiteY0" fmla="*/ 0 h 4538641"/>
              <a:gd name="connsiteX1" fmla="*/ 12214755 w 12214755"/>
              <a:gd name="connsiteY1" fmla="*/ 3478250 h 4538641"/>
              <a:gd name="connsiteX2" fmla="*/ 12205061 w 12214755"/>
              <a:gd name="connsiteY2" fmla="*/ 4506298 h 4538641"/>
              <a:gd name="connsiteX3" fmla="*/ 170 w 12214755"/>
              <a:gd name="connsiteY3" fmla="*/ 4538641 h 4538641"/>
              <a:gd name="connsiteX4" fmla="*/ 25134 w 12214755"/>
              <a:gd name="connsiteY4" fmla="*/ 0 h 4538641"/>
              <a:gd name="connsiteX0" fmla="*/ 9400 w 12214923"/>
              <a:gd name="connsiteY0" fmla="*/ 0 h 4530690"/>
              <a:gd name="connsiteX1" fmla="*/ 12214923 w 12214923"/>
              <a:gd name="connsiteY1" fmla="*/ 3470299 h 4530690"/>
              <a:gd name="connsiteX2" fmla="*/ 12205229 w 12214923"/>
              <a:gd name="connsiteY2" fmla="*/ 4498347 h 4530690"/>
              <a:gd name="connsiteX3" fmla="*/ 338 w 12214923"/>
              <a:gd name="connsiteY3" fmla="*/ 4530690 h 4530690"/>
              <a:gd name="connsiteX4" fmla="*/ 9400 w 12214923"/>
              <a:gd name="connsiteY4" fmla="*/ 0 h 4530690"/>
              <a:gd name="connsiteX0" fmla="*/ 0 w 12205523"/>
              <a:gd name="connsiteY0" fmla="*/ 0 h 4498347"/>
              <a:gd name="connsiteX1" fmla="*/ 12205523 w 12205523"/>
              <a:gd name="connsiteY1" fmla="*/ 3470299 h 4498347"/>
              <a:gd name="connsiteX2" fmla="*/ 12195829 w 12205523"/>
              <a:gd name="connsiteY2" fmla="*/ 4498347 h 4498347"/>
              <a:gd name="connsiteX3" fmla="*/ 285136 w 12205523"/>
              <a:gd name="connsiteY3" fmla="*/ 4268297 h 4498347"/>
              <a:gd name="connsiteX4" fmla="*/ 0 w 12205523"/>
              <a:gd name="connsiteY4" fmla="*/ 0 h 4498347"/>
              <a:gd name="connsiteX0" fmla="*/ 0 w 12205523"/>
              <a:gd name="connsiteY0" fmla="*/ 0 h 4506836"/>
              <a:gd name="connsiteX1" fmla="*/ 12205523 w 12205523"/>
              <a:gd name="connsiteY1" fmla="*/ 3470299 h 4506836"/>
              <a:gd name="connsiteX2" fmla="*/ 12195829 w 12205523"/>
              <a:gd name="connsiteY2" fmla="*/ 4498347 h 4506836"/>
              <a:gd name="connsiteX3" fmla="*/ 6841 w 12205523"/>
              <a:gd name="connsiteY3" fmla="*/ 4506836 h 4506836"/>
              <a:gd name="connsiteX4" fmla="*/ 0 w 12205523"/>
              <a:gd name="connsiteY4" fmla="*/ 0 h 4506836"/>
              <a:gd name="connsiteX0" fmla="*/ 0 w 12205523"/>
              <a:gd name="connsiteY0" fmla="*/ 0 h 4511047"/>
              <a:gd name="connsiteX1" fmla="*/ 12205523 w 12205523"/>
              <a:gd name="connsiteY1" fmla="*/ 3470299 h 4511047"/>
              <a:gd name="connsiteX2" fmla="*/ 12202179 w 12205523"/>
              <a:gd name="connsiteY2" fmla="*/ 4511047 h 4511047"/>
              <a:gd name="connsiteX3" fmla="*/ 6841 w 12205523"/>
              <a:gd name="connsiteY3" fmla="*/ 4506836 h 4511047"/>
              <a:gd name="connsiteX4" fmla="*/ 0 w 12205523"/>
              <a:gd name="connsiteY4" fmla="*/ 0 h 4511047"/>
              <a:gd name="connsiteX0" fmla="*/ 0 w 12216156"/>
              <a:gd name="connsiteY0" fmla="*/ 0 h 3958154"/>
              <a:gd name="connsiteX1" fmla="*/ 12216156 w 12216156"/>
              <a:gd name="connsiteY1" fmla="*/ 2917406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332614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6156" h="3979419">
                <a:moveTo>
                  <a:pt x="0" y="0"/>
                </a:moveTo>
                <a:lnTo>
                  <a:pt x="12216156" y="2332614"/>
                </a:lnTo>
                <a:cubicBezTo>
                  <a:pt x="12212925" y="2675297"/>
                  <a:pt x="12216043" y="3636736"/>
                  <a:pt x="12212812" y="3979419"/>
                </a:cubicBezTo>
                <a:lnTo>
                  <a:pt x="17474" y="3975208"/>
                </a:lnTo>
                <a:cubicBezTo>
                  <a:pt x="14772" y="2220294"/>
                  <a:pt x="2702" y="1754914"/>
                  <a:pt x="0" y="0"/>
                </a:cubicBezTo>
                <a:close/>
              </a:path>
            </a:pathLst>
          </a:cu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4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307663" y="3785082"/>
            <a:ext cx="4527320" cy="738664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defRPr sz="4000" b="1" i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r>
              <a:rPr lang="en-US"/>
              <a:t>Fusion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7662" y="4594103"/>
            <a:ext cx="8734738" cy="1287122"/>
          </a:xfrm>
        </p:spPr>
        <p:txBody>
          <a:bodyPr lIns="0" tIns="0" rIns="0" bIns="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add title</a:t>
            </a:r>
          </a:p>
        </p:txBody>
      </p:sp>
      <p:sp>
        <p:nvSpPr>
          <p:cNvPr id="19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07714" y="6050503"/>
            <a:ext cx="7530638" cy="588486"/>
          </a:xfrm>
        </p:spPr>
        <p:txBody>
          <a:bodyPr lIns="0" tIns="0" rIns="0" bIns="0">
            <a:normAutofit/>
          </a:bodyPr>
          <a:lstStyle>
            <a:lvl1pPr>
              <a:defRPr sz="2000" b="1" i="0" baseline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20" name="Picture 19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  <p:sp>
        <p:nvSpPr>
          <p:cNvPr id="25" name="TextBox 24"/>
          <p:cNvSpPr txBox="1"/>
          <p:nvPr userDrawn="1"/>
        </p:nvSpPr>
        <p:spPr>
          <a:xfrm>
            <a:off x="8160451" y="6474492"/>
            <a:ext cx="1956849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6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This work was funded by the RCUK Energy </a:t>
            </a:r>
            <a:r>
              <a:rPr lang="en-US" sz="60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Programme</a:t>
            </a:r>
            <a:endParaRPr lang="en-US" sz="60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r"/>
            <a:r>
              <a:rPr lang="en-US" sz="6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[Grant number EP/T012250/1]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8840B92-C837-4C53-A714-7AD750EE777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90508" y="6142305"/>
            <a:ext cx="626792" cy="33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3"/>
          <p:cNvSpPr>
            <a:spLocks noGrp="1"/>
          </p:cNvSpPr>
          <p:nvPr>
            <p:ph sz="half" idx="2"/>
          </p:nvPr>
        </p:nvSpPr>
        <p:spPr>
          <a:xfrm>
            <a:off x="166867" y="1530994"/>
            <a:ext cx="11465690" cy="449198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166868" y="205430"/>
            <a:ext cx="10018853" cy="1325564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Group Convert, FII Workshop 2021, G. Bailey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01600" y="6387702"/>
            <a:ext cx="663451" cy="365125"/>
          </a:xfrm>
        </p:spPr>
        <p:txBody>
          <a:bodyPr/>
          <a:lstStyle>
            <a:lvl1pPr>
              <a:defRPr>
                <a:solidFill>
                  <a:srgbClr val="F8971D"/>
                </a:solidFill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68067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ffiliatio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Content Placeholder 3"/>
          <p:cNvSpPr>
            <a:spLocks noGrp="1"/>
          </p:cNvSpPr>
          <p:nvPr>
            <p:ph sz="half" idx="2" hasCustomPrompt="1"/>
          </p:nvPr>
        </p:nvSpPr>
        <p:spPr>
          <a:xfrm>
            <a:off x="166867" y="1530994"/>
            <a:ext cx="11465690" cy="4491980"/>
          </a:xfrm>
        </p:spPr>
        <p:txBody>
          <a:bodyPr/>
          <a:lstStyle>
            <a:lvl1pPr marL="342900" indent="-342900">
              <a:buFont typeface="Arial" charset="0"/>
              <a:buChar char="•"/>
              <a:defRPr sz="2400"/>
            </a:lvl1pPr>
            <a:lvl2pPr>
              <a:defRPr sz="2200"/>
            </a:lvl2pPr>
          </a:lstStyle>
          <a:p>
            <a:pPr lvl="0"/>
            <a:r>
              <a:rPr lang="en-US"/>
              <a:t>Insert text or logos as </a:t>
            </a:r>
            <a:r>
              <a:rPr lang="en-US" err="1"/>
              <a:t>neccessary</a:t>
            </a:r>
            <a:endParaRPr lang="en-US"/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r>
              <a:rPr lang="en-US"/>
              <a:t>Group Convert, FII Workshop 2021, G. Bailey</a:t>
            </a:r>
          </a:p>
        </p:txBody>
      </p:sp>
      <p:sp>
        <p:nvSpPr>
          <p:cNvPr id="6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01600" y="6387702"/>
            <a:ext cx="663451" cy="365125"/>
          </a:xfrm>
        </p:spPr>
        <p:txBody>
          <a:bodyPr/>
          <a:lstStyle>
            <a:lvl1pPr>
              <a:defRPr>
                <a:solidFill>
                  <a:srgbClr val="F8971D"/>
                </a:solidFill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TextBox 2"/>
          <p:cNvSpPr txBox="1"/>
          <p:nvPr userDrawn="1"/>
        </p:nvSpPr>
        <p:spPr>
          <a:xfrm>
            <a:off x="166867" y="265043"/>
            <a:ext cx="853981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0" lang="en-US" sz="3600" b="1" i="0" u="none" strike="noStrike" kern="1200" cap="none" spc="0" normalizeH="0" baseline="0" noProof="0">
                <a:ln>
                  <a:noFill/>
                </a:ln>
                <a:solidFill>
                  <a:srgbClr val="132B4E"/>
                </a:solidFill>
                <a:effectLst/>
                <a:uLnTx/>
                <a:uFillTx/>
                <a:latin typeface="Arial Black" charset="0"/>
                <a:ea typeface="Arial Black" charset="0"/>
                <a:cs typeface="Arial Black" charset="0"/>
              </a:rPr>
              <a:t>Affiliations</a:t>
            </a:r>
            <a:endParaRPr lang="en-US"/>
          </a:p>
        </p:txBody>
      </p:sp>
    </p:spTree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wo Content with 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1"/>
          <p:cNvSpPr>
            <a:spLocks noGrp="1"/>
          </p:cNvSpPr>
          <p:nvPr>
            <p:ph type="title"/>
          </p:nvPr>
        </p:nvSpPr>
        <p:spPr>
          <a:xfrm>
            <a:off x="166868" y="205431"/>
            <a:ext cx="10018853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1" name="Content Placeholder 3"/>
          <p:cNvSpPr>
            <a:spLocks noGrp="1"/>
          </p:cNvSpPr>
          <p:nvPr>
            <p:ph sz="half" idx="2"/>
          </p:nvPr>
        </p:nvSpPr>
        <p:spPr>
          <a:xfrm>
            <a:off x="166868" y="1530994"/>
            <a:ext cx="5624603" cy="449198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Content Placeholder 5"/>
          <p:cNvSpPr>
            <a:spLocks noGrp="1"/>
          </p:cNvSpPr>
          <p:nvPr>
            <p:ph sz="quarter" idx="10"/>
          </p:nvPr>
        </p:nvSpPr>
        <p:spPr>
          <a:xfrm>
            <a:off x="5980255" y="1530994"/>
            <a:ext cx="5652303" cy="4491980"/>
          </a:xfrm>
        </p:spPr>
        <p:txBody>
          <a:bodyPr/>
          <a:lstStyle>
            <a:lvl1pPr>
              <a:defRPr sz="2400"/>
            </a:lvl1pPr>
            <a:lvl2pPr>
              <a:defRPr sz="22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9" name="Footer Placeholder 1"/>
          <p:cNvSpPr>
            <a:spLocks noGrp="1"/>
          </p:cNvSpPr>
          <p:nvPr>
            <p:ph type="ftr" sz="quarter" idx="11"/>
          </p:nvPr>
        </p:nvSpPr>
        <p:spPr>
          <a:xfrm>
            <a:off x="876222" y="6387700"/>
            <a:ext cx="4114800" cy="365125"/>
          </a:xfrm>
        </p:spPr>
        <p:txBody>
          <a:bodyPr/>
          <a:lstStyle/>
          <a:p>
            <a:r>
              <a:rPr lang="en-US"/>
              <a:t>Group Convert, FII Workshop 2021, G. Bailey</a:t>
            </a:r>
          </a:p>
        </p:txBody>
      </p:sp>
      <p:sp>
        <p:nvSpPr>
          <p:cNvPr id="13" name="Slide Number Placeholder 2"/>
          <p:cNvSpPr>
            <a:spLocks noGrp="1"/>
          </p:cNvSpPr>
          <p:nvPr>
            <p:ph type="sldNum" sz="quarter" idx="12"/>
          </p:nvPr>
        </p:nvSpPr>
        <p:spPr>
          <a:xfrm>
            <a:off x="101600" y="6387702"/>
            <a:ext cx="663451" cy="365125"/>
          </a:xfrm>
        </p:spPr>
        <p:txBody>
          <a:bodyPr/>
          <a:lstStyle>
            <a:lvl1pPr>
              <a:defRPr>
                <a:solidFill>
                  <a:srgbClr val="F8971D"/>
                </a:solidFill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23695212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ext Placeholder 2"/>
          <p:cNvSpPr>
            <a:spLocks noGrp="1"/>
          </p:cNvSpPr>
          <p:nvPr>
            <p:ph type="body" idx="1"/>
          </p:nvPr>
        </p:nvSpPr>
        <p:spPr>
          <a:xfrm>
            <a:off x="166868" y="1530994"/>
            <a:ext cx="562460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3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980255" y="1530994"/>
            <a:ext cx="5624603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7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1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166868" y="205431"/>
            <a:ext cx="10018853" cy="1325563"/>
          </a:xfrm>
          <a:prstGeom prst="rect">
            <a:avLst/>
          </a:prstGeom>
        </p:spPr>
        <p:txBody>
          <a:bodyPr/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15" name="Content Placeholder 3"/>
          <p:cNvSpPr>
            <a:spLocks noGrp="1"/>
          </p:cNvSpPr>
          <p:nvPr>
            <p:ph sz="half" idx="2"/>
          </p:nvPr>
        </p:nvSpPr>
        <p:spPr>
          <a:xfrm>
            <a:off x="5980255" y="2354906"/>
            <a:ext cx="5624603" cy="3668068"/>
          </a:xfrm>
        </p:spPr>
        <p:txBody>
          <a:bodyPr/>
          <a:lstStyle>
            <a:lvl1pPr marL="0" marR="0" indent="0" algn="l" defTabSz="914377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/>
            </a:lvl1pPr>
            <a:lvl2pPr marL="457189" marR="0" indent="0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/>
            </a:lvl2pPr>
            <a:lvl3pPr marL="914377" marR="0" indent="0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 sz="2000"/>
            </a:lvl3pPr>
            <a:lvl4pPr marL="1371566" marR="0" indent="0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4pPr>
            <a:lvl5pPr marL="1828754" marR="0" indent="0" algn="l" defTabSz="914377" rtl="0" eaLnBrk="1" fontAlgn="auto" latinLnBrk="0" hangingPunct="1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Tx/>
              <a:buSzTx/>
              <a:buFont typeface="Arial"/>
              <a:buNone/>
              <a:tabLst/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6" name="Content Placeholder 5"/>
          <p:cNvSpPr>
            <a:spLocks noGrp="1"/>
          </p:cNvSpPr>
          <p:nvPr>
            <p:ph sz="quarter" idx="4"/>
          </p:nvPr>
        </p:nvSpPr>
        <p:spPr>
          <a:xfrm>
            <a:off x="166868" y="2354906"/>
            <a:ext cx="5624603" cy="3668068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1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876222" y="6387700"/>
            <a:ext cx="4114800" cy="365125"/>
          </a:xfrm>
        </p:spPr>
        <p:txBody>
          <a:bodyPr/>
          <a:lstStyle/>
          <a:p>
            <a:r>
              <a:rPr lang="en-US"/>
              <a:t>Group Convert, FII Workshop 2021, G. Bailey</a:t>
            </a:r>
          </a:p>
        </p:txBody>
      </p:sp>
      <p:sp>
        <p:nvSpPr>
          <p:cNvPr id="17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101600" y="6387702"/>
            <a:ext cx="663451" cy="365125"/>
          </a:xfrm>
        </p:spPr>
        <p:txBody>
          <a:bodyPr/>
          <a:lstStyle>
            <a:lvl1pPr>
              <a:defRPr>
                <a:solidFill>
                  <a:srgbClr val="F8971D"/>
                </a:solidFill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426898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/>
          <p:nvPr userDrawn="1"/>
        </p:nvSpPr>
        <p:spPr>
          <a:xfrm>
            <a:off x="-2788" y="0"/>
            <a:ext cx="12192000" cy="6858000"/>
          </a:xfrm>
          <a:prstGeom prst="rect">
            <a:avLst/>
          </a:pr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0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4" name="Title 1"/>
          <p:cNvSpPr>
            <a:spLocks noGrp="1"/>
          </p:cNvSpPr>
          <p:nvPr>
            <p:ph type="title" hasCustomPrompt="1"/>
          </p:nvPr>
        </p:nvSpPr>
        <p:spPr>
          <a:xfrm>
            <a:off x="1666479" y="1308009"/>
            <a:ext cx="8853467" cy="3968772"/>
          </a:xfrm>
          <a:prstGeom prst="rect">
            <a:avLst/>
          </a:prstGeom>
        </p:spPr>
        <p:txBody>
          <a:bodyPr anchor="ctr" anchorCtr="0">
            <a:normAutofit/>
          </a:bodyPr>
          <a:lstStyle>
            <a:lvl1pPr algn="ctr">
              <a:lnSpc>
                <a:spcPct val="100000"/>
              </a:lnSpc>
              <a:defRPr sz="3600" spc="0">
                <a:solidFill>
                  <a:schemeClr val="bg1"/>
                </a:solidFill>
              </a:defRPr>
            </a:lvl1pPr>
          </a:lstStyle>
          <a:p>
            <a:r>
              <a:rPr lang="en-GB"/>
              <a:t>INSERT QUOTE HERE</a:t>
            </a:r>
            <a:endParaRPr lang="en-US"/>
          </a:p>
        </p:txBody>
      </p:sp>
      <p:sp>
        <p:nvSpPr>
          <p:cNvPr id="15" name="Content Placeholder 2"/>
          <p:cNvSpPr>
            <a:spLocks noGrp="1"/>
          </p:cNvSpPr>
          <p:nvPr>
            <p:ph sz="quarter" idx="11" hasCustomPrompt="1"/>
          </p:nvPr>
        </p:nvSpPr>
        <p:spPr>
          <a:xfrm>
            <a:off x="1886674" y="5564305"/>
            <a:ext cx="8413078" cy="487362"/>
          </a:xfrm>
        </p:spPr>
        <p:txBody>
          <a:bodyPr>
            <a:noAutofit/>
          </a:bodyPr>
          <a:lstStyle>
            <a:lvl1pPr algn="ctr">
              <a:defRPr sz="2000" b="1">
                <a:solidFill>
                  <a:srgbClr val="132B4E"/>
                </a:solidFill>
              </a:defRPr>
            </a:lvl1pPr>
          </a:lstStyle>
          <a:p>
            <a:pPr lvl="0"/>
            <a:r>
              <a:rPr lang="en-US"/>
              <a:t>NAME / DATE</a:t>
            </a:r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17" name="TextBox 16"/>
          <p:cNvSpPr txBox="1"/>
          <p:nvPr userDrawn="1"/>
        </p:nvSpPr>
        <p:spPr>
          <a:xfrm>
            <a:off x="731458" y="1034180"/>
            <a:ext cx="13426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 b="1" i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rPr>
              <a:t>“</a:t>
            </a:r>
          </a:p>
        </p:txBody>
      </p:sp>
      <p:sp>
        <p:nvSpPr>
          <p:cNvPr id="18" name="TextBox 17"/>
          <p:cNvSpPr txBox="1"/>
          <p:nvPr userDrawn="1"/>
        </p:nvSpPr>
        <p:spPr>
          <a:xfrm>
            <a:off x="10573850" y="4825641"/>
            <a:ext cx="1342664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0" b="1" i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rPr>
              <a:t>”</a:t>
            </a:r>
          </a:p>
        </p:txBody>
      </p:sp>
      <p:sp>
        <p:nvSpPr>
          <p:cNvPr id="2" name="Footer Placeholder 1"/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Group Convert, FII Workshop 2021, G. Bailey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rgbClr val="132B4E"/>
                </a:solidFill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2" name="Slide Number Placeholder 5"/>
          <p:cNvSpPr txBox="1">
            <a:spLocks/>
          </p:cNvSpPr>
          <p:nvPr userDrawn="1"/>
        </p:nvSpPr>
        <p:spPr>
          <a:xfrm flipH="1">
            <a:off x="765051" y="6357413"/>
            <a:ext cx="45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b="1" i="0" kern="1200">
                <a:solidFill>
                  <a:srgbClr val="90919C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|</a:t>
            </a:r>
          </a:p>
        </p:txBody>
      </p:sp>
      <p:pic>
        <p:nvPicPr>
          <p:cNvPr id="22" name="Picture 21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7629382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876222" y="6387700"/>
            <a:ext cx="4114800" cy="365125"/>
          </a:xfrm>
        </p:spPr>
        <p:txBody>
          <a:bodyPr/>
          <a:lstStyle/>
          <a:p>
            <a:r>
              <a:rPr lang="en-US"/>
              <a:t>Group Convert, FII Workshop 2021, G. Bailey</a:t>
            </a:r>
          </a:p>
        </p:txBody>
      </p:sp>
      <p:sp>
        <p:nvSpPr>
          <p:cNvPr id="7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101600" y="6387702"/>
            <a:ext cx="663451" cy="365125"/>
          </a:xfrm>
        </p:spPr>
        <p:txBody>
          <a:bodyPr/>
          <a:lstStyle>
            <a:lvl1pPr>
              <a:defRPr>
                <a:solidFill>
                  <a:srgbClr val="F8971D"/>
                </a:solidFill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705229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rgbClr val="F8971D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Footer Placeholder 1"/>
          <p:cNvSpPr>
            <a:spLocks noGrp="1"/>
          </p:cNvSpPr>
          <p:nvPr>
            <p:ph type="ftr" sz="quarter" idx="10"/>
          </p:nvPr>
        </p:nvSpPr>
        <p:spPr>
          <a:xfrm>
            <a:off x="876222" y="6387700"/>
            <a:ext cx="4114800" cy="365125"/>
          </a:xfrm>
        </p:spPr>
        <p:txBody>
          <a:bodyPr/>
          <a:lstStyle/>
          <a:p>
            <a:r>
              <a:rPr lang="en-US"/>
              <a:t>Group Convert, FII Workshop 2021, G. Bailey</a:t>
            </a:r>
          </a:p>
        </p:txBody>
      </p:sp>
      <p:sp>
        <p:nvSpPr>
          <p:cNvPr id="9" name="Slide Number Placeholder 2"/>
          <p:cNvSpPr>
            <a:spLocks noGrp="1"/>
          </p:cNvSpPr>
          <p:nvPr>
            <p:ph type="sldNum" sz="quarter" idx="11"/>
          </p:nvPr>
        </p:nvSpPr>
        <p:spPr>
          <a:xfrm>
            <a:off x="101600" y="6387702"/>
            <a:ext cx="663451" cy="365125"/>
          </a:xfrm>
        </p:spPr>
        <p:txBody>
          <a:bodyPr/>
          <a:lstStyle>
            <a:lvl1pPr>
              <a:defRPr>
                <a:solidFill>
                  <a:srgbClr val="F8971D"/>
                </a:solidFill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19388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 Colou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 userDrawn="1"/>
        </p:nvSpPr>
        <p:spPr>
          <a:xfrm>
            <a:off x="-2788" y="0"/>
            <a:ext cx="12192000" cy="6858000"/>
          </a:xfrm>
          <a:prstGeom prst="rect">
            <a:avLst/>
          </a:pr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1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40"/>
            <a:ext cx="10515600" cy="2852737"/>
          </a:xfrm>
          <a:prstGeom prst="rect">
            <a:avLst/>
          </a:prstGeo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5"/>
            <a:ext cx="10515600" cy="1500187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189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377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131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4" name="Footer Placeholder 1"/>
          <p:cNvSpPr>
            <a:spLocks noGrp="1"/>
          </p:cNvSpPr>
          <p:nvPr>
            <p:ph type="ftr" sz="quarter" idx="12"/>
          </p:nvPr>
        </p:nvSpPr>
        <p:spPr>
          <a:xfrm>
            <a:off x="876221" y="6387700"/>
            <a:ext cx="7008821" cy="365125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Group Convert, FII Workshop 2021, G. Bailey</a:t>
            </a:r>
          </a:p>
        </p:txBody>
      </p:sp>
      <p:sp>
        <p:nvSpPr>
          <p:cNvPr id="15" name="Slide Number Placeholder 2"/>
          <p:cNvSpPr>
            <a:spLocks noGrp="1"/>
          </p:cNvSpPr>
          <p:nvPr>
            <p:ph type="sldNum" sz="quarter" idx="13"/>
          </p:nvPr>
        </p:nvSpPr>
        <p:spPr>
          <a:xfrm>
            <a:off x="101600" y="6387702"/>
            <a:ext cx="663451" cy="365125"/>
          </a:xfrm>
        </p:spPr>
        <p:txBody>
          <a:bodyPr/>
          <a:lstStyle>
            <a:lvl1pPr>
              <a:defRPr>
                <a:solidFill>
                  <a:srgbClr val="132B4E"/>
                </a:solidFill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Slide Number Placeholder 5"/>
          <p:cNvSpPr txBox="1">
            <a:spLocks/>
          </p:cNvSpPr>
          <p:nvPr userDrawn="1"/>
        </p:nvSpPr>
        <p:spPr>
          <a:xfrm flipH="1">
            <a:off x="765051" y="6357413"/>
            <a:ext cx="45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b="1" i="0" kern="1200">
                <a:solidFill>
                  <a:srgbClr val="90919C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i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|</a:t>
            </a:r>
          </a:p>
        </p:txBody>
      </p:sp>
    </p:spTree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image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CCD97B0-40B1-AA40-8125-ECDD27463AFF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6102" y="-12851"/>
            <a:ext cx="12223329" cy="5283120"/>
          </a:xfrm>
          <a:prstGeom prst="rect">
            <a:avLst/>
          </a:prstGeom>
        </p:spPr>
      </p:pic>
      <p:sp>
        <p:nvSpPr>
          <p:cNvPr id="13" name="Freeform 12"/>
          <p:cNvSpPr/>
          <p:nvPr userDrawn="1"/>
        </p:nvSpPr>
        <p:spPr>
          <a:xfrm>
            <a:off x="-18930" y="2886832"/>
            <a:ext cx="12216157" cy="3979419"/>
          </a:xfrm>
          <a:custGeom>
            <a:avLst/>
            <a:gdLst>
              <a:gd name="connsiteX0" fmla="*/ 0 w 12260826"/>
              <a:gd name="connsiteY0" fmla="*/ 0 h 5270090"/>
              <a:gd name="connsiteX1" fmla="*/ 12260826 w 12260826"/>
              <a:gd name="connsiteY1" fmla="*/ 4817806 h 5270090"/>
              <a:gd name="connsiteX2" fmla="*/ 12260826 w 12260826"/>
              <a:gd name="connsiteY2" fmla="*/ 5270090 h 5270090"/>
              <a:gd name="connsiteX3" fmla="*/ 29497 w 12260826"/>
              <a:gd name="connsiteY3" fmla="*/ 5270090 h 5270090"/>
              <a:gd name="connsiteX4" fmla="*/ 0 w 12260826"/>
              <a:gd name="connsiteY4" fmla="*/ 0 h 5270090"/>
              <a:gd name="connsiteX0" fmla="*/ 7935 w 12231329"/>
              <a:gd name="connsiteY0" fmla="*/ 0 h 5254048"/>
              <a:gd name="connsiteX1" fmla="*/ 12231329 w 12231329"/>
              <a:gd name="connsiteY1" fmla="*/ 4801764 h 5254048"/>
              <a:gd name="connsiteX2" fmla="*/ 12231329 w 12231329"/>
              <a:gd name="connsiteY2" fmla="*/ 5254048 h 5254048"/>
              <a:gd name="connsiteX3" fmla="*/ 0 w 12231329"/>
              <a:gd name="connsiteY3" fmla="*/ 5254048 h 5254048"/>
              <a:gd name="connsiteX4" fmla="*/ 7935 w 12231329"/>
              <a:gd name="connsiteY4" fmla="*/ 0 h 5254048"/>
              <a:gd name="connsiteX0" fmla="*/ 0 w 12223394"/>
              <a:gd name="connsiteY0" fmla="*/ 0 h 5259395"/>
              <a:gd name="connsiteX1" fmla="*/ 12223394 w 12223394"/>
              <a:gd name="connsiteY1" fmla="*/ 4801764 h 5259395"/>
              <a:gd name="connsiteX2" fmla="*/ 12223394 w 12223394"/>
              <a:gd name="connsiteY2" fmla="*/ 5254048 h 5259395"/>
              <a:gd name="connsiteX3" fmla="*/ 72276 w 12223394"/>
              <a:gd name="connsiteY3" fmla="*/ 5259395 h 5259395"/>
              <a:gd name="connsiteX4" fmla="*/ 0 w 12223394"/>
              <a:gd name="connsiteY4" fmla="*/ 0 h 5259395"/>
              <a:gd name="connsiteX0" fmla="*/ 0 w 12223394"/>
              <a:gd name="connsiteY0" fmla="*/ 0 h 5264743"/>
              <a:gd name="connsiteX1" fmla="*/ 12223394 w 12223394"/>
              <a:gd name="connsiteY1" fmla="*/ 4801764 h 5264743"/>
              <a:gd name="connsiteX2" fmla="*/ 12223394 w 12223394"/>
              <a:gd name="connsiteY2" fmla="*/ 5254048 h 5264743"/>
              <a:gd name="connsiteX3" fmla="*/ 8107 w 12223394"/>
              <a:gd name="connsiteY3" fmla="*/ 5264743 h 5264743"/>
              <a:gd name="connsiteX4" fmla="*/ 0 w 12223394"/>
              <a:gd name="connsiteY4" fmla="*/ 0 h 5264743"/>
              <a:gd name="connsiteX0" fmla="*/ 0 w 12223394"/>
              <a:gd name="connsiteY0" fmla="*/ 0 h 5254048"/>
              <a:gd name="connsiteX1" fmla="*/ 12223394 w 12223394"/>
              <a:gd name="connsiteY1" fmla="*/ 4801764 h 5254048"/>
              <a:gd name="connsiteX2" fmla="*/ 12223394 w 12223394"/>
              <a:gd name="connsiteY2" fmla="*/ 5254048 h 5254048"/>
              <a:gd name="connsiteX3" fmla="*/ 8107 w 12223394"/>
              <a:gd name="connsiteY3" fmla="*/ 5238006 h 5254048"/>
              <a:gd name="connsiteX4" fmla="*/ 0 w 12223394"/>
              <a:gd name="connsiteY4" fmla="*/ 0 h 5254048"/>
              <a:gd name="connsiteX0" fmla="*/ 0 w 12223394"/>
              <a:gd name="connsiteY0" fmla="*/ 0 h 4841452"/>
              <a:gd name="connsiteX1" fmla="*/ 12223394 w 12223394"/>
              <a:gd name="connsiteY1" fmla="*/ 4389168 h 4841452"/>
              <a:gd name="connsiteX2" fmla="*/ 12223394 w 12223394"/>
              <a:gd name="connsiteY2" fmla="*/ 4841452 h 4841452"/>
              <a:gd name="connsiteX3" fmla="*/ 8107 w 12223394"/>
              <a:gd name="connsiteY3" fmla="*/ 4825410 h 4841452"/>
              <a:gd name="connsiteX4" fmla="*/ 0 w 12223394"/>
              <a:gd name="connsiteY4" fmla="*/ 0 h 4841452"/>
              <a:gd name="connsiteX0" fmla="*/ 3585 w 12215828"/>
              <a:gd name="connsiteY0" fmla="*/ 0 h 4629579"/>
              <a:gd name="connsiteX1" fmla="*/ 12215828 w 12215828"/>
              <a:gd name="connsiteY1" fmla="*/ 4177295 h 4629579"/>
              <a:gd name="connsiteX2" fmla="*/ 12215828 w 12215828"/>
              <a:gd name="connsiteY2" fmla="*/ 4629579 h 4629579"/>
              <a:gd name="connsiteX3" fmla="*/ 541 w 12215828"/>
              <a:gd name="connsiteY3" fmla="*/ 4613537 h 4629579"/>
              <a:gd name="connsiteX4" fmla="*/ 3585 w 12215828"/>
              <a:gd name="connsiteY4" fmla="*/ 0 h 4629579"/>
              <a:gd name="connsiteX0" fmla="*/ 3585 w 12215828"/>
              <a:gd name="connsiteY0" fmla="*/ 0 h 4685336"/>
              <a:gd name="connsiteX1" fmla="*/ 12215828 w 12215828"/>
              <a:gd name="connsiteY1" fmla="*/ 4233052 h 4685336"/>
              <a:gd name="connsiteX2" fmla="*/ 12215828 w 12215828"/>
              <a:gd name="connsiteY2" fmla="*/ 4685336 h 4685336"/>
              <a:gd name="connsiteX3" fmla="*/ 541 w 12215828"/>
              <a:gd name="connsiteY3" fmla="*/ 4669294 h 4685336"/>
              <a:gd name="connsiteX4" fmla="*/ 3585 w 12215828"/>
              <a:gd name="connsiteY4" fmla="*/ 0 h 4685336"/>
              <a:gd name="connsiteX0" fmla="*/ 3585 w 12249282"/>
              <a:gd name="connsiteY0" fmla="*/ 0 h 4685336"/>
              <a:gd name="connsiteX1" fmla="*/ 12249282 w 12249282"/>
              <a:gd name="connsiteY1" fmla="*/ 3842759 h 4685336"/>
              <a:gd name="connsiteX2" fmla="*/ 12215828 w 12249282"/>
              <a:gd name="connsiteY2" fmla="*/ 4685336 h 4685336"/>
              <a:gd name="connsiteX3" fmla="*/ 541 w 12249282"/>
              <a:gd name="connsiteY3" fmla="*/ 4669294 h 4685336"/>
              <a:gd name="connsiteX4" fmla="*/ 3585 w 12249282"/>
              <a:gd name="connsiteY4" fmla="*/ 0 h 4685336"/>
              <a:gd name="connsiteX0" fmla="*/ 0 w 12279151"/>
              <a:gd name="connsiteY0" fmla="*/ 0 h 4573823"/>
              <a:gd name="connsiteX1" fmla="*/ 12279151 w 12279151"/>
              <a:gd name="connsiteY1" fmla="*/ 3731246 h 4573823"/>
              <a:gd name="connsiteX2" fmla="*/ 12245697 w 12279151"/>
              <a:gd name="connsiteY2" fmla="*/ 4573823 h 4573823"/>
              <a:gd name="connsiteX3" fmla="*/ 30410 w 12279151"/>
              <a:gd name="connsiteY3" fmla="*/ 4557781 h 4573823"/>
              <a:gd name="connsiteX4" fmla="*/ 0 w 12279151"/>
              <a:gd name="connsiteY4" fmla="*/ 0 h 4573823"/>
              <a:gd name="connsiteX0" fmla="*/ 0 w 12346058"/>
              <a:gd name="connsiteY0" fmla="*/ 0 h 4573823"/>
              <a:gd name="connsiteX1" fmla="*/ 12346058 w 12346058"/>
              <a:gd name="connsiteY1" fmla="*/ 3541675 h 4573823"/>
              <a:gd name="connsiteX2" fmla="*/ 12245697 w 12346058"/>
              <a:gd name="connsiteY2" fmla="*/ 4573823 h 4573823"/>
              <a:gd name="connsiteX3" fmla="*/ 30410 w 12346058"/>
              <a:gd name="connsiteY3" fmla="*/ 4557781 h 4573823"/>
              <a:gd name="connsiteX4" fmla="*/ 0 w 12346058"/>
              <a:gd name="connsiteY4" fmla="*/ 0 h 4573823"/>
              <a:gd name="connsiteX0" fmla="*/ 0 w 12245697"/>
              <a:gd name="connsiteY0" fmla="*/ 0 h 4573823"/>
              <a:gd name="connsiteX1" fmla="*/ 12211379 w 12245697"/>
              <a:gd name="connsiteY1" fmla="*/ 3492056 h 4573823"/>
              <a:gd name="connsiteX2" fmla="*/ 12245697 w 12245697"/>
              <a:gd name="connsiteY2" fmla="*/ 4573823 h 4573823"/>
              <a:gd name="connsiteX3" fmla="*/ 30410 w 12245697"/>
              <a:gd name="connsiteY3" fmla="*/ 4557781 h 4573823"/>
              <a:gd name="connsiteX4" fmla="*/ 0 w 12245697"/>
              <a:gd name="connsiteY4" fmla="*/ 0 h 4573823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756600 w 12211379"/>
              <a:gd name="connsiteY2" fmla="*/ 4020930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827484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41341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0257 w 12221427"/>
              <a:gd name="connsiteY2" fmla="*/ 4541341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25696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16269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9684 w 12221427"/>
              <a:gd name="connsiteY2" fmla="*/ 4546055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1599482 w 12221427"/>
              <a:gd name="connsiteY2" fmla="*/ 4021269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1733 w 12221427"/>
              <a:gd name="connsiteY2" fmla="*/ 4530152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33052 w 12214722"/>
              <a:gd name="connsiteY0" fmla="*/ 0 h 4546593"/>
              <a:gd name="connsiteX1" fmla="*/ 12214722 w 12214722"/>
              <a:gd name="connsiteY1" fmla="*/ 3486202 h 4546593"/>
              <a:gd name="connsiteX2" fmla="*/ 12205028 w 12214722"/>
              <a:gd name="connsiteY2" fmla="*/ 4514250 h 4546593"/>
              <a:gd name="connsiteX3" fmla="*/ 137 w 12214722"/>
              <a:gd name="connsiteY3" fmla="*/ 4546593 h 4546593"/>
              <a:gd name="connsiteX4" fmla="*/ 33052 w 12214722"/>
              <a:gd name="connsiteY4" fmla="*/ 0 h 4546593"/>
              <a:gd name="connsiteX0" fmla="*/ 25134 w 12214755"/>
              <a:gd name="connsiteY0" fmla="*/ 0 h 4538641"/>
              <a:gd name="connsiteX1" fmla="*/ 12214755 w 12214755"/>
              <a:gd name="connsiteY1" fmla="*/ 3478250 h 4538641"/>
              <a:gd name="connsiteX2" fmla="*/ 12205061 w 12214755"/>
              <a:gd name="connsiteY2" fmla="*/ 4506298 h 4538641"/>
              <a:gd name="connsiteX3" fmla="*/ 170 w 12214755"/>
              <a:gd name="connsiteY3" fmla="*/ 4538641 h 4538641"/>
              <a:gd name="connsiteX4" fmla="*/ 25134 w 12214755"/>
              <a:gd name="connsiteY4" fmla="*/ 0 h 4538641"/>
              <a:gd name="connsiteX0" fmla="*/ 9400 w 12214923"/>
              <a:gd name="connsiteY0" fmla="*/ 0 h 4530690"/>
              <a:gd name="connsiteX1" fmla="*/ 12214923 w 12214923"/>
              <a:gd name="connsiteY1" fmla="*/ 3470299 h 4530690"/>
              <a:gd name="connsiteX2" fmla="*/ 12205229 w 12214923"/>
              <a:gd name="connsiteY2" fmla="*/ 4498347 h 4530690"/>
              <a:gd name="connsiteX3" fmla="*/ 338 w 12214923"/>
              <a:gd name="connsiteY3" fmla="*/ 4530690 h 4530690"/>
              <a:gd name="connsiteX4" fmla="*/ 9400 w 12214923"/>
              <a:gd name="connsiteY4" fmla="*/ 0 h 4530690"/>
              <a:gd name="connsiteX0" fmla="*/ 0 w 12205523"/>
              <a:gd name="connsiteY0" fmla="*/ 0 h 4498347"/>
              <a:gd name="connsiteX1" fmla="*/ 12205523 w 12205523"/>
              <a:gd name="connsiteY1" fmla="*/ 3470299 h 4498347"/>
              <a:gd name="connsiteX2" fmla="*/ 12195829 w 12205523"/>
              <a:gd name="connsiteY2" fmla="*/ 4498347 h 4498347"/>
              <a:gd name="connsiteX3" fmla="*/ 285136 w 12205523"/>
              <a:gd name="connsiteY3" fmla="*/ 4268297 h 4498347"/>
              <a:gd name="connsiteX4" fmla="*/ 0 w 12205523"/>
              <a:gd name="connsiteY4" fmla="*/ 0 h 4498347"/>
              <a:gd name="connsiteX0" fmla="*/ 0 w 12205523"/>
              <a:gd name="connsiteY0" fmla="*/ 0 h 4506836"/>
              <a:gd name="connsiteX1" fmla="*/ 12205523 w 12205523"/>
              <a:gd name="connsiteY1" fmla="*/ 3470299 h 4506836"/>
              <a:gd name="connsiteX2" fmla="*/ 12195829 w 12205523"/>
              <a:gd name="connsiteY2" fmla="*/ 4498347 h 4506836"/>
              <a:gd name="connsiteX3" fmla="*/ 6841 w 12205523"/>
              <a:gd name="connsiteY3" fmla="*/ 4506836 h 4506836"/>
              <a:gd name="connsiteX4" fmla="*/ 0 w 12205523"/>
              <a:gd name="connsiteY4" fmla="*/ 0 h 4506836"/>
              <a:gd name="connsiteX0" fmla="*/ 0 w 12205523"/>
              <a:gd name="connsiteY0" fmla="*/ 0 h 4511047"/>
              <a:gd name="connsiteX1" fmla="*/ 12205523 w 12205523"/>
              <a:gd name="connsiteY1" fmla="*/ 3470299 h 4511047"/>
              <a:gd name="connsiteX2" fmla="*/ 12202179 w 12205523"/>
              <a:gd name="connsiteY2" fmla="*/ 4511047 h 4511047"/>
              <a:gd name="connsiteX3" fmla="*/ 6841 w 12205523"/>
              <a:gd name="connsiteY3" fmla="*/ 4506836 h 4511047"/>
              <a:gd name="connsiteX4" fmla="*/ 0 w 12205523"/>
              <a:gd name="connsiteY4" fmla="*/ 0 h 4511047"/>
              <a:gd name="connsiteX0" fmla="*/ 0 w 12216156"/>
              <a:gd name="connsiteY0" fmla="*/ 0 h 3958154"/>
              <a:gd name="connsiteX1" fmla="*/ 12216156 w 12216156"/>
              <a:gd name="connsiteY1" fmla="*/ 2917406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332614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6156" h="3979419">
                <a:moveTo>
                  <a:pt x="0" y="0"/>
                </a:moveTo>
                <a:lnTo>
                  <a:pt x="12216156" y="2332614"/>
                </a:lnTo>
                <a:cubicBezTo>
                  <a:pt x="12212925" y="2675297"/>
                  <a:pt x="12216043" y="3636736"/>
                  <a:pt x="12212812" y="3979419"/>
                </a:cubicBezTo>
                <a:lnTo>
                  <a:pt x="17474" y="3975208"/>
                </a:lnTo>
                <a:cubicBezTo>
                  <a:pt x="14772" y="2220294"/>
                  <a:pt x="2702" y="1754914"/>
                  <a:pt x="0" y="0"/>
                </a:cubicBezTo>
                <a:close/>
              </a:path>
            </a:pathLst>
          </a:cu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5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16" name="Picture 15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17" name="Title 1"/>
          <p:cNvSpPr>
            <a:spLocks noGrp="1"/>
          </p:cNvSpPr>
          <p:nvPr>
            <p:ph type="ctrTitle" hasCustomPrompt="1"/>
          </p:nvPr>
        </p:nvSpPr>
        <p:spPr>
          <a:xfrm>
            <a:off x="307663" y="3785082"/>
            <a:ext cx="4527320" cy="738664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defRPr sz="4000" b="1" i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r>
              <a:rPr lang="en-US"/>
              <a:t>Fusion</a:t>
            </a:r>
          </a:p>
        </p:txBody>
      </p:sp>
      <p:sp>
        <p:nvSpPr>
          <p:cNvPr id="18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7662" y="4594103"/>
            <a:ext cx="8734738" cy="1287122"/>
          </a:xfrm>
        </p:spPr>
        <p:txBody>
          <a:bodyPr lIns="0" tIns="0" rIns="0" bIns="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add title</a:t>
            </a:r>
          </a:p>
        </p:txBody>
      </p:sp>
      <p:sp>
        <p:nvSpPr>
          <p:cNvPr id="26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07714" y="6050503"/>
            <a:ext cx="7530638" cy="588486"/>
          </a:xfrm>
        </p:spPr>
        <p:txBody>
          <a:bodyPr lIns="0" tIns="0" rIns="0" bIns="0">
            <a:normAutofit/>
          </a:bodyPr>
          <a:lstStyle>
            <a:lvl1pPr>
              <a:defRPr sz="2000" b="1" i="0" baseline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12" name="Picture 11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  <p:sp>
        <p:nvSpPr>
          <p:cNvPr id="14" name="TextBox 13"/>
          <p:cNvSpPr txBox="1"/>
          <p:nvPr userDrawn="1"/>
        </p:nvSpPr>
        <p:spPr>
          <a:xfrm>
            <a:off x="8160451" y="6474492"/>
            <a:ext cx="1956849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6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This work was funded by the RCUK Energy </a:t>
            </a:r>
            <a:r>
              <a:rPr lang="en-US" sz="60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Programme</a:t>
            </a:r>
            <a:endParaRPr lang="en-US" sz="60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r"/>
            <a:r>
              <a:rPr lang="en-US" sz="6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[Grant number EP/T012250/1]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E8840B92-C837-4C53-A714-7AD750EE777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90508" y="6142305"/>
            <a:ext cx="626792" cy="33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image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39195C9A-8DA6-EE45-B5F0-22704A8BE41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23599" y="-12652"/>
            <a:ext cx="12215599" cy="5432550"/>
          </a:xfrm>
          <a:prstGeom prst="rect">
            <a:avLst/>
          </a:prstGeom>
        </p:spPr>
      </p:pic>
      <p:sp>
        <p:nvSpPr>
          <p:cNvPr id="22" name="Freeform 21"/>
          <p:cNvSpPr/>
          <p:nvPr userDrawn="1"/>
        </p:nvSpPr>
        <p:spPr>
          <a:xfrm>
            <a:off x="-18930" y="2886832"/>
            <a:ext cx="12216157" cy="3979419"/>
          </a:xfrm>
          <a:custGeom>
            <a:avLst/>
            <a:gdLst>
              <a:gd name="connsiteX0" fmla="*/ 0 w 12260826"/>
              <a:gd name="connsiteY0" fmla="*/ 0 h 5270090"/>
              <a:gd name="connsiteX1" fmla="*/ 12260826 w 12260826"/>
              <a:gd name="connsiteY1" fmla="*/ 4817806 h 5270090"/>
              <a:gd name="connsiteX2" fmla="*/ 12260826 w 12260826"/>
              <a:gd name="connsiteY2" fmla="*/ 5270090 h 5270090"/>
              <a:gd name="connsiteX3" fmla="*/ 29497 w 12260826"/>
              <a:gd name="connsiteY3" fmla="*/ 5270090 h 5270090"/>
              <a:gd name="connsiteX4" fmla="*/ 0 w 12260826"/>
              <a:gd name="connsiteY4" fmla="*/ 0 h 5270090"/>
              <a:gd name="connsiteX0" fmla="*/ 7935 w 12231329"/>
              <a:gd name="connsiteY0" fmla="*/ 0 h 5254048"/>
              <a:gd name="connsiteX1" fmla="*/ 12231329 w 12231329"/>
              <a:gd name="connsiteY1" fmla="*/ 4801764 h 5254048"/>
              <a:gd name="connsiteX2" fmla="*/ 12231329 w 12231329"/>
              <a:gd name="connsiteY2" fmla="*/ 5254048 h 5254048"/>
              <a:gd name="connsiteX3" fmla="*/ 0 w 12231329"/>
              <a:gd name="connsiteY3" fmla="*/ 5254048 h 5254048"/>
              <a:gd name="connsiteX4" fmla="*/ 7935 w 12231329"/>
              <a:gd name="connsiteY4" fmla="*/ 0 h 5254048"/>
              <a:gd name="connsiteX0" fmla="*/ 0 w 12223394"/>
              <a:gd name="connsiteY0" fmla="*/ 0 h 5259395"/>
              <a:gd name="connsiteX1" fmla="*/ 12223394 w 12223394"/>
              <a:gd name="connsiteY1" fmla="*/ 4801764 h 5259395"/>
              <a:gd name="connsiteX2" fmla="*/ 12223394 w 12223394"/>
              <a:gd name="connsiteY2" fmla="*/ 5254048 h 5259395"/>
              <a:gd name="connsiteX3" fmla="*/ 72276 w 12223394"/>
              <a:gd name="connsiteY3" fmla="*/ 5259395 h 5259395"/>
              <a:gd name="connsiteX4" fmla="*/ 0 w 12223394"/>
              <a:gd name="connsiteY4" fmla="*/ 0 h 5259395"/>
              <a:gd name="connsiteX0" fmla="*/ 0 w 12223394"/>
              <a:gd name="connsiteY0" fmla="*/ 0 h 5264743"/>
              <a:gd name="connsiteX1" fmla="*/ 12223394 w 12223394"/>
              <a:gd name="connsiteY1" fmla="*/ 4801764 h 5264743"/>
              <a:gd name="connsiteX2" fmla="*/ 12223394 w 12223394"/>
              <a:gd name="connsiteY2" fmla="*/ 5254048 h 5264743"/>
              <a:gd name="connsiteX3" fmla="*/ 8107 w 12223394"/>
              <a:gd name="connsiteY3" fmla="*/ 5264743 h 5264743"/>
              <a:gd name="connsiteX4" fmla="*/ 0 w 12223394"/>
              <a:gd name="connsiteY4" fmla="*/ 0 h 5264743"/>
              <a:gd name="connsiteX0" fmla="*/ 0 w 12223394"/>
              <a:gd name="connsiteY0" fmla="*/ 0 h 5254048"/>
              <a:gd name="connsiteX1" fmla="*/ 12223394 w 12223394"/>
              <a:gd name="connsiteY1" fmla="*/ 4801764 h 5254048"/>
              <a:gd name="connsiteX2" fmla="*/ 12223394 w 12223394"/>
              <a:gd name="connsiteY2" fmla="*/ 5254048 h 5254048"/>
              <a:gd name="connsiteX3" fmla="*/ 8107 w 12223394"/>
              <a:gd name="connsiteY3" fmla="*/ 5238006 h 5254048"/>
              <a:gd name="connsiteX4" fmla="*/ 0 w 12223394"/>
              <a:gd name="connsiteY4" fmla="*/ 0 h 5254048"/>
              <a:gd name="connsiteX0" fmla="*/ 0 w 12223394"/>
              <a:gd name="connsiteY0" fmla="*/ 0 h 4841452"/>
              <a:gd name="connsiteX1" fmla="*/ 12223394 w 12223394"/>
              <a:gd name="connsiteY1" fmla="*/ 4389168 h 4841452"/>
              <a:gd name="connsiteX2" fmla="*/ 12223394 w 12223394"/>
              <a:gd name="connsiteY2" fmla="*/ 4841452 h 4841452"/>
              <a:gd name="connsiteX3" fmla="*/ 8107 w 12223394"/>
              <a:gd name="connsiteY3" fmla="*/ 4825410 h 4841452"/>
              <a:gd name="connsiteX4" fmla="*/ 0 w 12223394"/>
              <a:gd name="connsiteY4" fmla="*/ 0 h 4841452"/>
              <a:gd name="connsiteX0" fmla="*/ 3585 w 12215828"/>
              <a:gd name="connsiteY0" fmla="*/ 0 h 4629579"/>
              <a:gd name="connsiteX1" fmla="*/ 12215828 w 12215828"/>
              <a:gd name="connsiteY1" fmla="*/ 4177295 h 4629579"/>
              <a:gd name="connsiteX2" fmla="*/ 12215828 w 12215828"/>
              <a:gd name="connsiteY2" fmla="*/ 4629579 h 4629579"/>
              <a:gd name="connsiteX3" fmla="*/ 541 w 12215828"/>
              <a:gd name="connsiteY3" fmla="*/ 4613537 h 4629579"/>
              <a:gd name="connsiteX4" fmla="*/ 3585 w 12215828"/>
              <a:gd name="connsiteY4" fmla="*/ 0 h 4629579"/>
              <a:gd name="connsiteX0" fmla="*/ 3585 w 12215828"/>
              <a:gd name="connsiteY0" fmla="*/ 0 h 4685336"/>
              <a:gd name="connsiteX1" fmla="*/ 12215828 w 12215828"/>
              <a:gd name="connsiteY1" fmla="*/ 4233052 h 4685336"/>
              <a:gd name="connsiteX2" fmla="*/ 12215828 w 12215828"/>
              <a:gd name="connsiteY2" fmla="*/ 4685336 h 4685336"/>
              <a:gd name="connsiteX3" fmla="*/ 541 w 12215828"/>
              <a:gd name="connsiteY3" fmla="*/ 4669294 h 4685336"/>
              <a:gd name="connsiteX4" fmla="*/ 3585 w 12215828"/>
              <a:gd name="connsiteY4" fmla="*/ 0 h 4685336"/>
              <a:gd name="connsiteX0" fmla="*/ 3585 w 12249282"/>
              <a:gd name="connsiteY0" fmla="*/ 0 h 4685336"/>
              <a:gd name="connsiteX1" fmla="*/ 12249282 w 12249282"/>
              <a:gd name="connsiteY1" fmla="*/ 3842759 h 4685336"/>
              <a:gd name="connsiteX2" fmla="*/ 12215828 w 12249282"/>
              <a:gd name="connsiteY2" fmla="*/ 4685336 h 4685336"/>
              <a:gd name="connsiteX3" fmla="*/ 541 w 12249282"/>
              <a:gd name="connsiteY3" fmla="*/ 4669294 h 4685336"/>
              <a:gd name="connsiteX4" fmla="*/ 3585 w 12249282"/>
              <a:gd name="connsiteY4" fmla="*/ 0 h 4685336"/>
              <a:gd name="connsiteX0" fmla="*/ 0 w 12279151"/>
              <a:gd name="connsiteY0" fmla="*/ 0 h 4573823"/>
              <a:gd name="connsiteX1" fmla="*/ 12279151 w 12279151"/>
              <a:gd name="connsiteY1" fmla="*/ 3731246 h 4573823"/>
              <a:gd name="connsiteX2" fmla="*/ 12245697 w 12279151"/>
              <a:gd name="connsiteY2" fmla="*/ 4573823 h 4573823"/>
              <a:gd name="connsiteX3" fmla="*/ 30410 w 12279151"/>
              <a:gd name="connsiteY3" fmla="*/ 4557781 h 4573823"/>
              <a:gd name="connsiteX4" fmla="*/ 0 w 12279151"/>
              <a:gd name="connsiteY4" fmla="*/ 0 h 4573823"/>
              <a:gd name="connsiteX0" fmla="*/ 0 w 12346058"/>
              <a:gd name="connsiteY0" fmla="*/ 0 h 4573823"/>
              <a:gd name="connsiteX1" fmla="*/ 12346058 w 12346058"/>
              <a:gd name="connsiteY1" fmla="*/ 3541675 h 4573823"/>
              <a:gd name="connsiteX2" fmla="*/ 12245697 w 12346058"/>
              <a:gd name="connsiteY2" fmla="*/ 4573823 h 4573823"/>
              <a:gd name="connsiteX3" fmla="*/ 30410 w 12346058"/>
              <a:gd name="connsiteY3" fmla="*/ 4557781 h 4573823"/>
              <a:gd name="connsiteX4" fmla="*/ 0 w 12346058"/>
              <a:gd name="connsiteY4" fmla="*/ 0 h 4573823"/>
              <a:gd name="connsiteX0" fmla="*/ 0 w 12245697"/>
              <a:gd name="connsiteY0" fmla="*/ 0 h 4573823"/>
              <a:gd name="connsiteX1" fmla="*/ 12211379 w 12245697"/>
              <a:gd name="connsiteY1" fmla="*/ 3492056 h 4573823"/>
              <a:gd name="connsiteX2" fmla="*/ 12245697 w 12245697"/>
              <a:gd name="connsiteY2" fmla="*/ 4573823 h 4573823"/>
              <a:gd name="connsiteX3" fmla="*/ 30410 w 12245697"/>
              <a:gd name="connsiteY3" fmla="*/ 4557781 h 4573823"/>
              <a:gd name="connsiteX4" fmla="*/ 0 w 12245697"/>
              <a:gd name="connsiteY4" fmla="*/ 0 h 4573823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756600 w 12211379"/>
              <a:gd name="connsiteY2" fmla="*/ 4020930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827484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41341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0257 w 12221427"/>
              <a:gd name="connsiteY2" fmla="*/ 4541341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25696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16269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9684 w 12221427"/>
              <a:gd name="connsiteY2" fmla="*/ 4546055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1599482 w 12221427"/>
              <a:gd name="connsiteY2" fmla="*/ 4021269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1733 w 12221427"/>
              <a:gd name="connsiteY2" fmla="*/ 4530152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33052 w 12214722"/>
              <a:gd name="connsiteY0" fmla="*/ 0 h 4546593"/>
              <a:gd name="connsiteX1" fmla="*/ 12214722 w 12214722"/>
              <a:gd name="connsiteY1" fmla="*/ 3486202 h 4546593"/>
              <a:gd name="connsiteX2" fmla="*/ 12205028 w 12214722"/>
              <a:gd name="connsiteY2" fmla="*/ 4514250 h 4546593"/>
              <a:gd name="connsiteX3" fmla="*/ 137 w 12214722"/>
              <a:gd name="connsiteY3" fmla="*/ 4546593 h 4546593"/>
              <a:gd name="connsiteX4" fmla="*/ 33052 w 12214722"/>
              <a:gd name="connsiteY4" fmla="*/ 0 h 4546593"/>
              <a:gd name="connsiteX0" fmla="*/ 25134 w 12214755"/>
              <a:gd name="connsiteY0" fmla="*/ 0 h 4538641"/>
              <a:gd name="connsiteX1" fmla="*/ 12214755 w 12214755"/>
              <a:gd name="connsiteY1" fmla="*/ 3478250 h 4538641"/>
              <a:gd name="connsiteX2" fmla="*/ 12205061 w 12214755"/>
              <a:gd name="connsiteY2" fmla="*/ 4506298 h 4538641"/>
              <a:gd name="connsiteX3" fmla="*/ 170 w 12214755"/>
              <a:gd name="connsiteY3" fmla="*/ 4538641 h 4538641"/>
              <a:gd name="connsiteX4" fmla="*/ 25134 w 12214755"/>
              <a:gd name="connsiteY4" fmla="*/ 0 h 4538641"/>
              <a:gd name="connsiteX0" fmla="*/ 9400 w 12214923"/>
              <a:gd name="connsiteY0" fmla="*/ 0 h 4530690"/>
              <a:gd name="connsiteX1" fmla="*/ 12214923 w 12214923"/>
              <a:gd name="connsiteY1" fmla="*/ 3470299 h 4530690"/>
              <a:gd name="connsiteX2" fmla="*/ 12205229 w 12214923"/>
              <a:gd name="connsiteY2" fmla="*/ 4498347 h 4530690"/>
              <a:gd name="connsiteX3" fmla="*/ 338 w 12214923"/>
              <a:gd name="connsiteY3" fmla="*/ 4530690 h 4530690"/>
              <a:gd name="connsiteX4" fmla="*/ 9400 w 12214923"/>
              <a:gd name="connsiteY4" fmla="*/ 0 h 4530690"/>
              <a:gd name="connsiteX0" fmla="*/ 0 w 12205523"/>
              <a:gd name="connsiteY0" fmla="*/ 0 h 4498347"/>
              <a:gd name="connsiteX1" fmla="*/ 12205523 w 12205523"/>
              <a:gd name="connsiteY1" fmla="*/ 3470299 h 4498347"/>
              <a:gd name="connsiteX2" fmla="*/ 12195829 w 12205523"/>
              <a:gd name="connsiteY2" fmla="*/ 4498347 h 4498347"/>
              <a:gd name="connsiteX3" fmla="*/ 285136 w 12205523"/>
              <a:gd name="connsiteY3" fmla="*/ 4268297 h 4498347"/>
              <a:gd name="connsiteX4" fmla="*/ 0 w 12205523"/>
              <a:gd name="connsiteY4" fmla="*/ 0 h 4498347"/>
              <a:gd name="connsiteX0" fmla="*/ 0 w 12205523"/>
              <a:gd name="connsiteY0" fmla="*/ 0 h 4506836"/>
              <a:gd name="connsiteX1" fmla="*/ 12205523 w 12205523"/>
              <a:gd name="connsiteY1" fmla="*/ 3470299 h 4506836"/>
              <a:gd name="connsiteX2" fmla="*/ 12195829 w 12205523"/>
              <a:gd name="connsiteY2" fmla="*/ 4498347 h 4506836"/>
              <a:gd name="connsiteX3" fmla="*/ 6841 w 12205523"/>
              <a:gd name="connsiteY3" fmla="*/ 4506836 h 4506836"/>
              <a:gd name="connsiteX4" fmla="*/ 0 w 12205523"/>
              <a:gd name="connsiteY4" fmla="*/ 0 h 4506836"/>
              <a:gd name="connsiteX0" fmla="*/ 0 w 12205523"/>
              <a:gd name="connsiteY0" fmla="*/ 0 h 4511047"/>
              <a:gd name="connsiteX1" fmla="*/ 12205523 w 12205523"/>
              <a:gd name="connsiteY1" fmla="*/ 3470299 h 4511047"/>
              <a:gd name="connsiteX2" fmla="*/ 12202179 w 12205523"/>
              <a:gd name="connsiteY2" fmla="*/ 4511047 h 4511047"/>
              <a:gd name="connsiteX3" fmla="*/ 6841 w 12205523"/>
              <a:gd name="connsiteY3" fmla="*/ 4506836 h 4511047"/>
              <a:gd name="connsiteX4" fmla="*/ 0 w 12205523"/>
              <a:gd name="connsiteY4" fmla="*/ 0 h 4511047"/>
              <a:gd name="connsiteX0" fmla="*/ 0 w 12216156"/>
              <a:gd name="connsiteY0" fmla="*/ 0 h 3958154"/>
              <a:gd name="connsiteX1" fmla="*/ 12216156 w 12216156"/>
              <a:gd name="connsiteY1" fmla="*/ 2917406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332614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6156" h="3979419">
                <a:moveTo>
                  <a:pt x="0" y="0"/>
                </a:moveTo>
                <a:lnTo>
                  <a:pt x="12216156" y="2332614"/>
                </a:lnTo>
                <a:cubicBezTo>
                  <a:pt x="12212925" y="2675297"/>
                  <a:pt x="12216043" y="3636736"/>
                  <a:pt x="12212812" y="3979419"/>
                </a:cubicBezTo>
                <a:lnTo>
                  <a:pt x="17474" y="3975208"/>
                </a:lnTo>
                <a:cubicBezTo>
                  <a:pt x="14772" y="2220294"/>
                  <a:pt x="2702" y="1754914"/>
                  <a:pt x="0" y="0"/>
                </a:cubicBezTo>
                <a:close/>
              </a:path>
            </a:pathLst>
          </a:cu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4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ctrTitle" hasCustomPrompt="1"/>
          </p:nvPr>
        </p:nvSpPr>
        <p:spPr>
          <a:xfrm>
            <a:off x="307663" y="3785082"/>
            <a:ext cx="4527320" cy="738664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defRPr sz="4000" b="1" i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r>
              <a:rPr lang="en-US"/>
              <a:t>Fusion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7662" y="4594103"/>
            <a:ext cx="8734738" cy="1287122"/>
          </a:xfrm>
        </p:spPr>
        <p:txBody>
          <a:bodyPr lIns="0" tIns="0" rIns="0" bIns="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add title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07714" y="6050503"/>
            <a:ext cx="7530638" cy="588486"/>
          </a:xfrm>
        </p:spPr>
        <p:txBody>
          <a:bodyPr lIns="0" tIns="0" rIns="0" bIns="0">
            <a:normAutofit/>
          </a:bodyPr>
          <a:lstStyle>
            <a:lvl1pPr>
              <a:defRPr sz="2000" b="1" i="0" baseline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8160451" y="6474492"/>
            <a:ext cx="1956849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6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This work was funded by the RCUK Energy </a:t>
            </a:r>
            <a:r>
              <a:rPr lang="en-US" sz="60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Programme</a:t>
            </a:r>
            <a:endParaRPr lang="en-US" sz="60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r"/>
            <a:r>
              <a:rPr lang="en-US" sz="6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[Grant number EP/T012250/1]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8840B92-C837-4C53-A714-7AD750EE777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90508" y="6142305"/>
            <a:ext cx="626792" cy="33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image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655666-9723-1348-8D74-D7342B5038E1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1635" y="-12652"/>
            <a:ext cx="12203635" cy="5274608"/>
          </a:xfrm>
          <a:prstGeom prst="rect">
            <a:avLst/>
          </a:prstGeom>
        </p:spPr>
      </p:pic>
      <p:sp>
        <p:nvSpPr>
          <p:cNvPr id="22" name="Freeform 21"/>
          <p:cNvSpPr/>
          <p:nvPr userDrawn="1"/>
        </p:nvSpPr>
        <p:spPr>
          <a:xfrm>
            <a:off x="-18930" y="2886832"/>
            <a:ext cx="12216157" cy="3979419"/>
          </a:xfrm>
          <a:custGeom>
            <a:avLst/>
            <a:gdLst>
              <a:gd name="connsiteX0" fmla="*/ 0 w 12260826"/>
              <a:gd name="connsiteY0" fmla="*/ 0 h 5270090"/>
              <a:gd name="connsiteX1" fmla="*/ 12260826 w 12260826"/>
              <a:gd name="connsiteY1" fmla="*/ 4817806 h 5270090"/>
              <a:gd name="connsiteX2" fmla="*/ 12260826 w 12260826"/>
              <a:gd name="connsiteY2" fmla="*/ 5270090 h 5270090"/>
              <a:gd name="connsiteX3" fmla="*/ 29497 w 12260826"/>
              <a:gd name="connsiteY3" fmla="*/ 5270090 h 5270090"/>
              <a:gd name="connsiteX4" fmla="*/ 0 w 12260826"/>
              <a:gd name="connsiteY4" fmla="*/ 0 h 5270090"/>
              <a:gd name="connsiteX0" fmla="*/ 7935 w 12231329"/>
              <a:gd name="connsiteY0" fmla="*/ 0 h 5254048"/>
              <a:gd name="connsiteX1" fmla="*/ 12231329 w 12231329"/>
              <a:gd name="connsiteY1" fmla="*/ 4801764 h 5254048"/>
              <a:gd name="connsiteX2" fmla="*/ 12231329 w 12231329"/>
              <a:gd name="connsiteY2" fmla="*/ 5254048 h 5254048"/>
              <a:gd name="connsiteX3" fmla="*/ 0 w 12231329"/>
              <a:gd name="connsiteY3" fmla="*/ 5254048 h 5254048"/>
              <a:gd name="connsiteX4" fmla="*/ 7935 w 12231329"/>
              <a:gd name="connsiteY4" fmla="*/ 0 h 5254048"/>
              <a:gd name="connsiteX0" fmla="*/ 0 w 12223394"/>
              <a:gd name="connsiteY0" fmla="*/ 0 h 5259395"/>
              <a:gd name="connsiteX1" fmla="*/ 12223394 w 12223394"/>
              <a:gd name="connsiteY1" fmla="*/ 4801764 h 5259395"/>
              <a:gd name="connsiteX2" fmla="*/ 12223394 w 12223394"/>
              <a:gd name="connsiteY2" fmla="*/ 5254048 h 5259395"/>
              <a:gd name="connsiteX3" fmla="*/ 72276 w 12223394"/>
              <a:gd name="connsiteY3" fmla="*/ 5259395 h 5259395"/>
              <a:gd name="connsiteX4" fmla="*/ 0 w 12223394"/>
              <a:gd name="connsiteY4" fmla="*/ 0 h 5259395"/>
              <a:gd name="connsiteX0" fmla="*/ 0 w 12223394"/>
              <a:gd name="connsiteY0" fmla="*/ 0 h 5264743"/>
              <a:gd name="connsiteX1" fmla="*/ 12223394 w 12223394"/>
              <a:gd name="connsiteY1" fmla="*/ 4801764 h 5264743"/>
              <a:gd name="connsiteX2" fmla="*/ 12223394 w 12223394"/>
              <a:gd name="connsiteY2" fmla="*/ 5254048 h 5264743"/>
              <a:gd name="connsiteX3" fmla="*/ 8107 w 12223394"/>
              <a:gd name="connsiteY3" fmla="*/ 5264743 h 5264743"/>
              <a:gd name="connsiteX4" fmla="*/ 0 w 12223394"/>
              <a:gd name="connsiteY4" fmla="*/ 0 h 5264743"/>
              <a:gd name="connsiteX0" fmla="*/ 0 w 12223394"/>
              <a:gd name="connsiteY0" fmla="*/ 0 h 5254048"/>
              <a:gd name="connsiteX1" fmla="*/ 12223394 w 12223394"/>
              <a:gd name="connsiteY1" fmla="*/ 4801764 h 5254048"/>
              <a:gd name="connsiteX2" fmla="*/ 12223394 w 12223394"/>
              <a:gd name="connsiteY2" fmla="*/ 5254048 h 5254048"/>
              <a:gd name="connsiteX3" fmla="*/ 8107 w 12223394"/>
              <a:gd name="connsiteY3" fmla="*/ 5238006 h 5254048"/>
              <a:gd name="connsiteX4" fmla="*/ 0 w 12223394"/>
              <a:gd name="connsiteY4" fmla="*/ 0 h 5254048"/>
              <a:gd name="connsiteX0" fmla="*/ 0 w 12223394"/>
              <a:gd name="connsiteY0" fmla="*/ 0 h 4841452"/>
              <a:gd name="connsiteX1" fmla="*/ 12223394 w 12223394"/>
              <a:gd name="connsiteY1" fmla="*/ 4389168 h 4841452"/>
              <a:gd name="connsiteX2" fmla="*/ 12223394 w 12223394"/>
              <a:gd name="connsiteY2" fmla="*/ 4841452 h 4841452"/>
              <a:gd name="connsiteX3" fmla="*/ 8107 w 12223394"/>
              <a:gd name="connsiteY3" fmla="*/ 4825410 h 4841452"/>
              <a:gd name="connsiteX4" fmla="*/ 0 w 12223394"/>
              <a:gd name="connsiteY4" fmla="*/ 0 h 4841452"/>
              <a:gd name="connsiteX0" fmla="*/ 3585 w 12215828"/>
              <a:gd name="connsiteY0" fmla="*/ 0 h 4629579"/>
              <a:gd name="connsiteX1" fmla="*/ 12215828 w 12215828"/>
              <a:gd name="connsiteY1" fmla="*/ 4177295 h 4629579"/>
              <a:gd name="connsiteX2" fmla="*/ 12215828 w 12215828"/>
              <a:gd name="connsiteY2" fmla="*/ 4629579 h 4629579"/>
              <a:gd name="connsiteX3" fmla="*/ 541 w 12215828"/>
              <a:gd name="connsiteY3" fmla="*/ 4613537 h 4629579"/>
              <a:gd name="connsiteX4" fmla="*/ 3585 w 12215828"/>
              <a:gd name="connsiteY4" fmla="*/ 0 h 4629579"/>
              <a:gd name="connsiteX0" fmla="*/ 3585 w 12215828"/>
              <a:gd name="connsiteY0" fmla="*/ 0 h 4685336"/>
              <a:gd name="connsiteX1" fmla="*/ 12215828 w 12215828"/>
              <a:gd name="connsiteY1" fmla="*/ 4233052 h 4685336"/>
              <a:gd name="connsiteX2" fmla="*/ 12215828 w 12215828"/>
              <a:gd name="connsiteY2" fmla="*/ 4685336 h 4685336"/>
              <a:gd name="connsiteX3" fmla="*/ 541 w 12215828"/>
              <a:gd name="connsiteY3" fmla="*/ 4669294 h 4685336"/>
              <a:gd name="connsiteX4" fmla="*/ 3585 w 12215828"/>
              <a:gd name="connsiteY4" fmla="*/ 0 h 4685336"/>
              <a:gd name="connsiteX0" fmla="*/ 3585 w 12249282"/>
              <a:gd name="connsiteY0" fmla="*/ 0 h 4685336"/>
              <a:gd name="connsiteX1" fmla="*/ 12249282 w 12249282"/>
              <a:gd name="connsiteY1" fmla="*/ 3842759 h 4685336"/>
              <a:gd name="connsiteX2" fmla="*/ 12215828 w 12249282"/>
              <a:gd name="connsiteY2" fmla="*/ 4685336 h 4685336"/>
              <a:gd name="connsiteX3" fmla="*/ 541 w 12249282"/>
              <a:gd name="connsiteY3" fmla="*/ 4669294 h 4685336"/>
              <a:gd name="connsiteX4" fmla="*/ 3585 w 12249282"/>
              <a:gd name="connsiteY4" fmla="*/ 0 h 4685336"/>
              <a:gd name="connsiteX0" fmla="*/ 0 w 12279151"/>
              <a:gd name="connsiteY0" fmla="*/ 0 h 4573823"/>
              <a:gd name="connsiteX1" fmla="*/ 12279151 w 12279151"/>
              <a:gd name="connsiteY1" fmla="*/ 3731246 h 4573823"/>
              <a:gd name="connsiteX2" fmla="*/ 12245697 w 12279151"/>
              <a:gd name="connsiteY2" fmla="*/ 4573823 h 4573823"/>
              <a:gd name="connsiteX3" fmla="*/ 30410 w 12279151"/>
              <a:gd name="connsiteY3" fmla="*/ 4557781 h 4573823"/>
              <a:gd name="connsiteX4" fmla="*/ 0 w 12279151"/>
              <a:gd name="connsiteY4" fmla="*/ 0 h 4573823"/>
              <a:gd name="connsiteX0" fmla="*/ 0 w 12346058"/>
              <a:gd name="connsiteY0" fmla="*/ 0 h 4573823"/>
              <a:gd name="connsiteX1" fmla="*/ 12346058 w 12346058"/>
              <a:gd name="connsiteY1" fmla="*/ 3541675 h 4573823"/>
              <a:gd name="connsiteX2" fmla="*/ 12245697 w 12346058"/>
              <a:gd name="connsiteY2" fmla="*/ 4573823 h 4573823"/>
              <a:gd name="connsiteX3" fmla="*/ 30410 w 12346058"/>
              <a:gd name="connsiteY3" fmla="*/ 4557781 h 4573823"/>
              <a:gd name="connsiteX4" fmla="*/ 0 w 12346058"/>
              <a:gd name="connsiteY4" fmla="*/ 0 h 4573823"/>
              <a:gd name="connsiteX0" fmla="*/ 0 w 12245697"/>
              <a:gd name="connsiteY0" fmla="*/ 0 h 4573823"/>
              <a:gd name="connsiteX1" fmla="*/ 12211379 w 12245697"/>
              <a:gd name="connsiteY1" fmla="*/ 3492056 h 4573823"/>
              <a:gd name="connsiteX2" fmla="*/ 12245697 w 12245697"/>
              <a:gd name="connsiteY2" fmla="*/ 4573823 h 4573823"/>
              <a:gd name="connsiteX3" fmla="*/ 30410 w 12245697"/>
              <a:gd name="connsiteY3" fmla="*/ 4557781 h 4573823"/>
              <a:gd name="connsiteX4" fmla="*/ 0 w 12245697"/>
              <a:gd name="connsiteY4" fmla="*/ 0 h 4573823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756600 w 12211379"/>
              <a:gd name="connsiteY2" fmla="*/ 4020930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827484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41341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0257 w 12221427"/>
              <a:gd name="connsiteY2" fmla="*/ 4541341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25696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16269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9684 w 12221427"/>
              <a:gd name="connsiteY2" fmla="*/ 4546055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1599482 w 12221427"/>
              <a:gd name="connsiteY2" fmla="*/ 4021269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1733 w 12221427"/>
              <a:gd name="connsiteY2" fmla="*/ 4530152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33052 w 12214722"/>
              <a:gd name="connsiteY0" fmla="*/ 0 h 4546593"/>
              <a:gd name="connsiteX1" fmla="*/ 12214722 w 12214722"/>
              <a:gd name="connsiteY1" fmla="*/ 3486202 h 4546593"/>
              <a:gd name="connsiteX2" fmla="*/ 12205028 w 12214722"/>
              <a:gd name="connsiteY2" fmla="*/ 4514250 h 4546593"/>
              <a:gd name="connsiteX3" fmla="*/ 137 w 12214722"/>
              <a:gd name="connsiteY3" fmla="*/ 4546593 h 4546593"/>
              <a:gd name="connsiteX4" fmla="*/ 33052 w 12214722"/>
              <a:gd name="connsiteY4" fmla="*/ 0 h 4546593"/>
              <a:gd name="connsiteX0" fmla="*/ 25134 w 12214755"/>
              <a:gd name="connsiteY0" fmla="*/ 0 h 4538641"/>
              <a:gd name="connsiteX1" fmla="*/ 12214755 w 12214755"/>
              <a:gd name="connsiteY1" fmla="*/ 3478250 h 4538641"/>
              <a:gd name="connsiteX2" fmla="*/ 12205061 w 12214755"/>
              <a:gd name="connsiteY2" fmla="*/ 4506298 h 4538641"/>
              <a:gd name="connsiteX3" fmla="*/ 170 w 12214755"/>
              <a:gd name="connsiteY3" fmla="*/ 4538641 h 4538641"/>
              <a:gd name="connsiteX4" fmla="*/ 25134 w 12214755"/>
              <a:gd name="connsiteY4" fmla="*/ 0 h 4538641"/>
              <a:gd name="connsiteX0" fmla="*/ 9400 w 12214923"/>
              <a:gd name="connsiteY0" fmla="*/ 0 h 4530690"/>
              <a:gd name="connsiteX1" fmla="*/ 12214923 w 12214923"/>
              <a:gd name="connsiteY1" fmla="*/ 3470299 h 4530690"/>
              <a:gd name="connsiteX2" fmla="*/ 12205229 w 12214923"/>
              <a:gd name="connsiteY2" fmla="*/ 4498347 h 4530690"/>
              <a:gd name="connsiteX3" fmla="*/ 338 w 12214923"/>
              <a:gd name="connsiteY3" fmla="*/ 4530690 h 4530690"/>
              <a:gd name="connsiteX4" fmla="*/ 9400 w 12214923"/>
              <a:gd name="connsiteY4" fmla="*/ 0 h 4530690"/>
              <a:gd name="connsiteX0" fmla="*/ 0 w 12205523"/>
              <a:gd name="connsiteY0" fmla="*/ 0 h 4498347"/>
              <a:gd name="connsiteX1" fmla="*/ 12205523 w 12205523"/>
              <a:gd name="connsiteY1" fmla="*/ 3470299 h 4498347"/>
              <a:gd name="connsiteX2" fmla="*/ 12195829 w 12205523"/>
              <a:gd name="connsiteY2" fmla="*/ 4498347 h 4498347"/>
              <a:gd name="connsiteX3" fmla="*/ 285136 w 12205523"/>
              <a:gd name="connsiteY3" fmla="*/ 4268297 h 4498347"/>
              <a:gd name="connsiteX4" fmla="*/ 0 w 12205523"/>
              <a:gd name="connsiteY4" fmla="*/ 0 h 4498347"/>
              <a:gd name="connsiteX0" fmla="*/ 0 w 12205523"/>
              <a:gd name="connsiteY0" fmla="*/ 0 h 4506836"/>
              <a:gd name="connsiteX1" fmla="*/ 12205523 w 12205523"/>
              <a:gd name="connsiteY1" fmla="*/ 3470299 h 4506836"/>
              <a:gd name="connsiteX2" fmla="*/ 12195829 w 12205523"/>
              <a:gd name="connsiteY2" fmla="*/ 4498347 h 4506836"/>
              <a:gd name="connsiteX3" fmla="*/ 6841 w 12205523"/>
              <a:gd name="connsiteY3" fmla="*/ 4506836 h 4506836"/>
              <a:gd name="connsiteX4" fmla="*/ 0 w 12205523"/>
              <a:gd name="connsiteY4" fmla="*/ 0 h 4506836"/>
              <a:gd name="connsiteX0" fmla="*/ 0 w 12205523"/>
              <a:gd name="connsiteY0" fmla="*/ 0 h 4511047"/>
              <a:gd name="connsiteX1" fmla="*/ 12205523 w 12205523"/>
              <a:gd name="connsiteY1" fmla="*/ 3470299 h 4511047"/>
              <a:gd name="connsiteX2" fmla="*/ 12202179 w 12205523"/>
              <a:gd name="connsiteY2" fmla="*/ 4511047 h 4511047"/>
              <a:gd name="connsiteX3" fmla="*/ 6841 w 12205523"/>
              <a:gd name="connsiteY3" fmla="*/ 4506836 h 4511047"/>
              <a:gd name="connsiteX4" fmla="*/ 0 w 12205523"/>
              <a:gd name="connsiteY4" fmla="*/ 0 h 4511047"/>
              <a:gd name="connsiteX0" fmla="*/ 0 w 12216156"/>
              <a:gd name="connsiteY0" fmla="*/ 0 h 3958154"/>
              <a:gd name="connsiteX1" fmla="*/ 12216156 w 12216156"/>
              <a:gd name="connsiteY1" fmla="*/ 2917406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332614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6156" h="3979419">
                <a:moveTo>
                  <a:pt x="0" y="0"/>
                </a:moveTo>
                <a:lnTo>
                  <a:pt x="12216156" y="2332614"/>
                </a:lnTo>
                <a:cubicBezTo>
                  <a:pt x="12212925" y="2675297"/>
                  <a:pt x="12216043" y="3636736"/>
                  <a:pt x="12212812" y="3979419"/>
                </a:cubicBezTo>
                <a:lnTo>
                  <a:pt x="17474" y="3975208"/>
                </a:lnTo>
                <a:cubicBezTo>
                  <a:pt x="14772" y="2220294"/>
                  <a:pt x="2702" y="1754914"/>
                  <a:pt x="0" y="0"/>
                </a:cubicBezTo>
                <a:close/>
              </a:path>
            </a:pathLst>
          </a:cu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4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12" name="Title 1"/>
          <p:cNvSpPr>
            <a:spLocks noGrp="1"/>
          </p:cNvSpPr>
          <p:nvPr>
            <p:ph type="ctrTitle" hasCustomPrompt="1"/>
          </p:nvPr>
        </p:nvSpPr>
        <p:spPr>
          <a:xfrm>
            <a:off x="307663" y="3785082"/>
            <a:ext cx="4527320" cy="738664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defRPr sz="4000" b="1" i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r>
              <a:rPr lang="en-US"/>
              <a:t>Fusion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7662" y="4594103"/>
            <a:ext cx="8734738" cy="1287122"/>
          </a:xfrm>
        </p:spPr>
        <p:txBody>
          <a:bodyPr lIns="0" tIns="0" rIns="0" bIns="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add title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07714" y="6050503"/>
            <a:ext cx="7530638" cy="588486"/>
          </a:xfrm>
        </p:spPr>
        <p:txBody>
          <a:bodyPr lIns="0" tIns="0" rIns="0" bIns="0">
            <a:normAutofit/>
          </a:bodyPr>
          <a:lstStyle>
            <a:lvl1pPr>
              <a:defRPr sz="2000" b="1" i="0" baseline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8160451" y="6474492"/>
            <a:ext cx="1956849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6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This work was funded by the RCUK Energy </a:t>
            </a:r>
            <a:r>
              <a:rPr lang="en-US" sz="60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Programme</a:t>
            </a:r>
            <a:endParaRPr lang="en-US" sz="60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r"/>
            <a:r>
              <a:rPr lang="en-US" sz="6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[Grant number EP/T012250/1]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8840B92-C837-4C53-A714-7AD750EE777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90508" y="6142305"/>
            <a:ext cx="626792" cy="33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hf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image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79BBF90A-8A69-3940-B96C-DD0AAFCF4D9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11635" y="-12652"/>
            <a:ext cx="12203635" cy="5274608"/>
          </a:xfrm>
          <a:prstGeom prst="rect">
            <a:avLst/>
          </a:prstGeom>
        </p:spPr>
      </p:pic>
      <p:sp>
        <p:nvSpPr>
          <p:cNvPr id="22" name="Freeform 21"/>
          <p:cNvSpPr/>
          <p:nvPr userDrawn="1"/>
        </p:nvSpPr>
        <p:spPr>
          <a:xfrm>
            <a:off x="-18930" y="2886832"/>
            <a:ext cx="12216157" cy="3979419"/>
          </a:xfrm>
          <a:custGeom>
            <a:avLst/>
            <a:gdLst>
              <a:gd name="connsiteX0" fmla="*/ 0 w 12260826"/>
              <a:gd name="connsiteY0" fmla="*/ 0 h 5270090"/>
              <a:gd name="connsiteX1" fmla="*/ 12260826 w 12260826"/>
              <a:gd name="connsiteY1" fmla="*/ 4817806 h 5270090"/>
              <a:gd name="connsiteX2" fmla="*/ 12260826 w 12260826"/>
              <a:gd name="connsiteY2" fmla="*/ 5270090 h 5270090"/>
              <a:gd name="connsiteX3" fmla="*/ 29497 w 12260826"/>
              <a:gd name="connsiteY3" fmla="*/ 5270090 h 5270090"/>
              <a:gd name="connsiteX4" fmla="*/ 0 w 12260826"/>
              <a:gd name="connsiteY4" fmla="*/ 0 h 5270090"/>
              <a:gd name="connsiteX0" fmla="*/ 7935 w 12231329"/>
              <a:gd name="connsiteY0" fmla="*/ 0 h 5254048"/>
              <a:gd name="connsiteX1" fmla="*/ 12231329 w 12231329"/>
              <a:gd name="connsiteY1" fmla="*/ 4801764 h 5254048"/>
              <a:gd name="connsiteX2" fmla="*/ 12231329 w 12231329"/>
              <a:gd name="connsiteY2" fmla="*/ 5254048 h 5254048"/>
              <a:gd name="connsiteX3" fmla="*/ 0 w 12231329"/>
              <a:gd name="connsiteY3" fmla="*/ 5254048 h 5254048"/>
              <a:gd name="connsiteX4" fmla="*/ 7935 w 12231329"/>
              <a:gd name="connsiteY4" fmla="*/ 0 h 5254048"/>
              <a:gd name="connsiteX0" fmla="*/ 0 w 12223394"/>
              <a:gd name="connsiteY0" fmla="*/ 0 h 5259395"/>
              <a:gd name="connsiteX1" fmla="*/ 12223394 w 12223394"/>
              <a:gd name="connsiteY1" fmla="*/ 4801764 h 5259395"/>
              <a:gd name="connsiteX2" fmla="*/ 12223394 w 12223394"/>
              <a:gd name="connsiteY2" fmla="*/ 5254048 h 5259395"/>
              <a:gd name="connsiteX3" fmla="*/ 72276 w 12223394"/>
              <a:gd name="connsiteY3" fmla="*/ 5259395 h 5259395"/>
              <a:gd name="connsiteX4" fmla="*/ 0 w 12223394"/>
              <a:gd name="connsiteY4" fmla="*/ 0 h 5259395"/>
              <a:gd name="connsiteX0" fmla="*/ 0 w 12223394"/>
              <a:gd name="connsiteY0" fmla="*/ 0 h 5264743"/>
              <a:gd name="connsiteX1" fmla="*/ 12223394 w 12223394"/>
              <a:gd name="connsiteY1" fmla="*/ 4801764 h 5264743"/>
              <a:gd name="connsiteX2" fmla="*/ 12223394 w 12223394"/>
              <a:gd name="connsiteY2" fmla="*/ 5254048 h 5264743"/>
              <a:gd name="connsiteX3" fmla="*/ 8107 w 12223394"/>
              <a:gd name="connsiteY3" fmla="*/ 5264743 h 5264743"/>
              <a:gd name="connsiteX4" fmla="*/ 0 w 12223394"/>
              <a:gd name="connsiteY4" fmla="*/ 0 h 5264743"/>
              <a:gd name="connsiteX0" fmla="*/ 0 w 12223394"/>
              <a:gd name="connsiteY0" fmla="*/ 0 h 5254048"/>
              <a:gd name="connsiteX1" fmla="*/ 12223394 w 12223394"/>
              <a:gd name="connsiteY1" fmla="*/ 4801764 h 5254048"/>
              <a:gd name="connsiteX2" fmla="*/ 12223394 w 12223394"/>
              <a:gd name="connsiteY2" fmla="*/ 5254048 h 5254048"/>
              <a:gd name="connsiteX3" fmla="*/ 8107 w 12223394"/>
              <a:gd name="connsiteY3" fmla="*/ 5238006 h 5254048"/>
              <a:gd name="connsiteX4" fmla="*/ 0 w 12223394"/>
              <a:gd name="connsiteY4" fmla="*/ 0 h 5254048"/>
              <a:gd name="connsiteX0" fmla="*/ 0 w 12223394"/>
              <a:gd name="connsiteY0" fmla="*/ 0 h 4841452"/>
              <a:gd name="connsiteX1" fmla="*/ 12223394 w 12223394"/>
              <a:gd name="connsiteY1" fmla="*/ 4389168 h 4841452"/>
              <a:gd name="connsiteX2" fmla="*/ 12223394 w 12223394"/>
              <a:gd name="connsiteY2" fmla="*/ 4841452 h 4841452"/>
              <a:gd name="connsiteX3" fmla="*/ 8107 w 12223394"/>
              <a:gd name="connsiteY3" fmla="*/ 4825410 h 4841452"/>
              <a:gd name="connsiteX4" fmla="*/ 0 w 12223394"/>
              <a:gd name="connsiteY4" fmla="*/ 0 h 4841452"/>
              <a:gd name="connsiteX0" fmla="*/ 3585 w 12215828"/>
              <a:gd name="connsiteY0" fmla="*/ 0 h 4629579"/>
              <a:gd name="connsiteX1" fmla="*/ 12215828 w 12215828"/>
              <a:gd name="connsiteY1" fmla="*/ 4177295 h 4629579"/>
              <a:gd name="connsiteX2" fmla="*/ 12215828 w 12215828"/>
              <a:gd name="connsiteY2" fmla="*/ 4629579 h 4629579"/>
              <a:gd name="connsiteX3" fmla="*/ 541 w 12215828"/>
              <a:gd name="connsiteY3" fmla="*/ 4613537 h 4629579"/>
              <a:gd name="connsiteX4" fmla="*/ 3585 w 12215828"/>
              <a:gd name="connsiteY4" fmla="*/ 0 h 4629579"/>
              <a:gd name="connsiteX0" fmla="*/ 3585 w 12215828"/>
              <a:gd name="connsiteY0" fmla="*/ 0 h 4685336"/>
              <a:gd name="connsiteX1" fmla="*/ 12215828 w 12215828"/>
              <a:gd name="connsiteY1" fmla="*/ 4233052 h 4685336"/>
              <a:gd name="connsiteX2" fmla="*/ 12215828 w 12215828"/>
              <a:gd name="connsiteY2" fmla="*/ 4685336 h 4685336"/>
              <a:gd name="connsiteX3" fmla="*/ 541 w 12215828"/>
              <a:gd name="connsiteY3" fmla="*/ 4669294 h 4685336"/>
              <a:gd name="connsiteX4" fmla="*/ 3585 w 12215828"/>
              <a:gd name="connsiteY4" fmla="*/ 0 h 4685336"/>
              <a:gd name="connsiteX0" fmla="*/ 3585 w 12249282"/>
              <a:gd name="connsiteY0" fmla="*/ 0 h 4685336"/>
              <a:gd name="connsiteX1" fmla="*/ 12249282 w 12249282"/>
              <a:gd name="connsiteY1" fmla="*/ 3842759 h 4685336"/>
              <a:gd name="connsiteX2" fmla="*/ 12215828 w 12249282"/>
              <a:gd name="connsiteY2" fmla="*/ 4685336 h 4685336"/>
              <a:gd name="connsiteX3" fmla="*/ 541 w 12249282"/>
              <a:gd name="connsiteY3" fmla="*/ 4669294 h 4685336"/>
              <a:gd name="connsiteX4" fmla="*/ 3585 w 12249282"/>
              <a:gd name="connsiteY4" fmla="*/ 0 h 4685336"/>
              <a:gd name="connsiteX0" fmla="*/ 0 w 12279151"/>
              <a:gd name="connsiteY0" fmla="*/ 0 h 4573823"/>
              <a:gd name="connsiteX1" fmla="*/ 12279151 w 12279151"/>
              <a:gd name="connsiteY1" fmla="*/ 3731246 h 4573823"/>
              <a:gd name="connsiteX2" fmla="*/ 12245697 w 12279151"/>
              <a:gd name="connsiteY2" fmla="*/ 4573823 h 4573823"/>
              <a:gd name="connsiteX3" fmla="*/ 30410 w 12279151"/>
              <a:gd name="connsiteY3" fmla="*/ 4557781 h 4573823"/>
              <a:gd name="connsiteX4" fmla="*/ 0 w 12279151"/>
              <a:gd name="connsiteY4" fmla="*/ 0 h 4573823"/>
              <a:gd name="connsiteX0" fmla="*/ 0 w 12346058"/>
              <a:gd name="connsiteY0" fmla="*/ 0 h 4573823"/>
              <a:gd name="connsiteX1" fmla="*/ 12346058 w 12346058"/>
              <a:gd name="connsiteY1" fmla="*/ 3541675 h 4573823"/>
              <a:gd name="connsiteX2" fmla="*/ 12245697 w 12346058"/>
              <a:gd name="connsiteY2" fmla="*/ 4573823 h 4573823"/>
              <a:gd name="connsiteX3" fmla="*/ 30410 w 12346058"/>
              <a:gd name="connsiteY3" fmla="*/ 4557781 h 4573823"/>
              <a:gd name="connsiteX4" fmla="*/ 0 w 12346058"/>
              <a:gd name="connsiteY4" fmla="*/ 0 h 4573823"/>
              <a:gd name="connsiteX0" fmla="*/ 0 w 12245697"/>
              <a:gd name="connsiteY0" fmla="*/ 0 h 4573823"/>
              <a:gd name="connsiteX1" fmla="*/ 12211379 w 12245697"/>
              <a:gd name="connsiteY1" fmla="*/ 3492056 h 4573823"/>
              <a:gd name="connsiteX2" fmla="*/ 12245697 w 12245697"/>
              <a:gd name="connsiteY2" fmla="*/ 4573823 h 4573823"/>
              <a:gd name="connsiteX3" fmla="*/ 30410 w 12245697"/>
              <a:gd name="connsiteY3" fmla="*/ 4557781 h 4573823"/>
              <a:gd name="connsiteX4" fmla="*/ 0 w 12245697"/>
              <a:gd name="connsiteY4" fmla="*/ 0 h 4573823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756600 w 12211379"/>
              <a:gd name="connsiteY2" fmla="*/ 4020930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827484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41341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0257 w 12221427"/>
              <a:gd name="connsiteY2" fmla="*/ 4541341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25696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16269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9684 w 12221427"/>
              <a:gd name="connsiteY2" fmla="*/ 4546055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1599482 w 12221427"/>
              <a:gd name="connsiteY2" fmla="*/ 4021269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1733 w 12221427"/>
              <a:gd name="connsiteY2" fmla="*/ 4530152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33052 w 12214722"/>
              <a:gd name="connsiteY0" fmla="*/ 0 h 4546593"/>
              <a:gd name="connsiteX1" fmla="*/ 12214722 w 12214722"/>
              <a:gd name="connsiteY1" fmla="*/ 3486202 h 4546593"/>
              <a:gd name="connsiteX2" fmla="*/ 12205028 w 12214722"/>
              <a:gd name="connsiteY2" fmla="*/ 4514250 h 4546593"/>
              <a:gd name="connsiteX3" fmla="*/ 137 w 12214722"/>
              <a:gd name="connsiteY3" fmla="*/ 4546593 h 4546593"/>
              <a:gd name="connsiteX4" fmla="*/ 33052 w 12214722"/>
              <a:gd name="connsiteY4" fmla="*/ 0 h 4546593"/>
              <a:gd name="connsiteX0" fmla="*/ 25134 w 12214755"/>
              <a:gd name="connsiteY0" fmla="*/ 0 h 4538641"/>
              <a:gd name="connsiteX1" fmla="*/ 12214755 w 12214755"/>
              <a:gd name="connsiteY1" fmla="*/ 3478250 h 4538641"/>
              <a:gd name="connsiteX2" fmla="*/ 12205061 w 12214755"/>
              <a:gd name="connsiteY2" fmla="*/ 4506298 h 4538641"/>
              <a:gd name="connsiteX3" fmla="*/ 170 w 12214755"/>
              <a:gd name="connsiteY3" fmla="*/ 4538641 h 4538641"/>
              <a:gd name="connsiteX4" fmla="*/ 25134 w 12214755"/>
              <a:gd name="connsiteY4" fmla="*/ 0 h 4538641"/>
              <a:gd name="connsiteX0" fmla="*/ 9400 w 12214923"/>
              <a:gd name="connsiteY0" fmla="*/ 0 h 4530690"/>
              <a:gd name="connsiteX1" fmla="*/ 12214923 w 12214923"/>
              <a:gd name="connsiteY1" fmla="*/ 3470299 h 4530690"/>
              <a:gd name="connsiteX2" fmla="*/ 12205229 w 12214923"/>
              <a:gd name="connsiteY2" fmla="*/ 4498347 h 4530690"/>
              <a:gd name="connsiteX3" fmla="*/ 338 w 12214923"/>
              <a:gd name="connsiteY3" fmla="*/ 4530690 h 4530690"/>
              <a:gd name="connsiteX4" fmla="*/ 9400 w 12214923"/>
              <a:gd name="connsiteY4" fmla="*/ 0 h 4530690"/>
              <a:gd name="connsiteX0" fmla="*/ 0 w 12205523"/>
              <a:gd name="connsiteY0" fmla="*/ 0 h 4498347"/>
              <a:gd name="connsiteX1" fmla="*/ 12205523 w 12205523"/>
              <a:gd name="connsiteY1" fmla="*/ 3470299 h 4498347"/>
              <a:gd name="connsiteX2" fmla="*/ 12195829 w 12205523"/>
              <a:gd name="connsiteY2" fmla="*/ 4498347 h 4498347"/>
              <a:gd name="connsiteX3" fmla="*/ 285136 w 12205523"/>
              <a:gd name="connsiteY3" fmla="*/ 4268297 h 4498347"/>
              <a:gd name="connsiteX4" fmla="*/ 0 w 12205523"/>
              <a:gd name="connsiteY4" fmla="*/ 0 h 4498347"/>
              <a:gd name="connsiteX0" fmla="*/ 0 w 12205523"/>
              <a:gd name="connsiteY0" fmla="*/ 0 h 4506836"/>
              <a:gd name="connsiteX1" fmla="*/ 12205523 w 12205523"/>
              <a:gd name="connsiteY1" fmla="*/ 3470299 h 4506836"/>
              <a:gd name="connsiteX2" fmla="*/ 12195829 w 12205523"/>
              <a:gd name="connsiteY2" fmla="*/ 4498347 h 4506836"/>
              <a:gd name="connsiteX3" fmla="*/ 6841 w 12205523"/>
              <a:gd name="connsiteY3" fmla="*/ 4506836 h 4506836"/>
              <a:gd name="connsiteX4" fmla="*/ 0 w 12205523"/>
              <a:gd name="connsiteY4" fmla="*/ 0 h 4506836"/>
              <a:gd name="connsiteX0" fmla="*/ 0 w 12205523"/>
              <a:gd name="connsiteY0" fmla="*/ 0 h 4511047"/>
              <a:gd name="connsiteX1" fmla="*/ 12205523 w 12205523"/>
              <a:gd name="connsiteY1" fmla="*/ 3470299 h 4511047"/>
              <a:gd name="connsiteX2" fmla="*/ 12202179 w 12205523"/>
              <a:gd name="connsiteY2" fmla="*/ 4511047 h 4511047"/>
              <a:gd name="connsiteX3" fmla="*/ 6841 w 12205523"/>
              <a:gd name="connsiteY3" fmla="*/ 4506836 h 4511047"/>
              <a:gd name="connsiteX4" fmla="*/ 0 w 12205523"/>
              <a:gd name="connsiteY4" fmla="*/ 0 h 4511047"/>
              <a:gd name="connsiteX0" fmla="*/ 0 w 12216156"/>
              <a:gd name="connsiteY0" fmla="*/ 0 h 3958154"/>
              <a:gd name="connsiteX1" fmla="*/ 12216156 w 12216156"/>
              <a:gd name="connsiteY1" fmla="*/ 2917406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332614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6156" h="3979419">
                <a:moveTo>
                  <a:pt x="0" y="0"/>
                </a:moveTo>
                <a:lnTo>
                  <a:pt x="12216156" y="2332614"/>
                </a:lnTo>
                <a:cubicBezTo>
                  <a:pt x="12212925" y="2675297"/>
                  <a:pt x="12216043" y="3636736"/>
                  <a:pt x="12212812" y="3979419"/>
                </a:cubicBezTo>
                <a:lnTo>
                  <a:pt x="17474" y="3975208"/>
                </a:lnTo>
                <a:cubicBezTo>
                  <a:pt x="14772" y="2220294"/>
                  <a:pt x="2702" y="1754914"/>
                  <a:pt x="0" y="0"/>
                </a:cubicBezTo>
                <a:close/>
              </a:path>
            </a:pathLst>
          </a:cu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4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ctrTitle" hasCustomPrompt="1"/>
          </p:nvPr>
        </p:nvSpPr>
        <p:spPr>
          <a:xfrm>
            <a:off x="307663" y="3785082"/>
            <a:ext cx="4527320" cy="738664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defRPr sz="4000" b="1" i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r>
              <a:rPr lang="en-US"/>
              <a:t>Fusion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7662" y="4594103"/>
            <a:ext cx="8734738" cy="1287122"/>
          </a:xfrm>
        </p:spPr>
        <p:txBody>
          <a:bodyPr lIns="0" tIns="0" rIns="0" bIns="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add title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07714" y="6050503"/>
            <a:ext cx="7530638" cy="588486"/>
          </a:xfrm>
        </p:spPr>
        <p:txBody>
          <a:bodyPr lIns="0" tIns="0" rIns="0" bIns="0">
            <a:normAutofit/>
          </a:bodyPr>
          <a:lstStyle>
            <a:lvl1pPr>
              <a:defRPr sz="2000" b="1" i="0" baseline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8160451" y="6474492"/>
            <a:ext cx="1956849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6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This work was funded by the RCUK Energy </a:t>
            </a:r>
            <a:r>
              <a:rPr lang="en-US" sz="60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Programme</a:t>
            </a:r>
            <a:endParaRPr lang="en-US" sz="60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r"/>
            <a:r>
              <a:rPr lang="en-US" sz="6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[Grant number EP/T012250/1]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8840B92-C837-4C53-A714-7AD750EE777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90508" y="6142305"/>
            <a:ext cx="626792" cy="33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hf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image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3EB911EF-2D19-2846-AB9B-CCF838D71F0D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-5925" y="-12852"/>
            <a:ext cx="12203152" cy="5266495"/>
          </a:xfrm>
          <a:prstGeom prst="rect">
            <a:avLst/>
          </a:prstGeom>
        </p:spPr>
      </p:pic>
      <p:sp>
        <p:nvSpPr>
          <p:cNvPr id="22" name="Freeform 21"/>
          <p:cNvSpPr/>
          <p:nvPr userDrawn="1"/>
        </p:nvSpPr>
        <p:spPr>
          <a:xfrm>
            <a:off x="-18930" y="2886832"/>
            <a:ext cx="12216157" cy="3979419"/>
          </a:xfrm>
          <a:custGeom>
            <a:avLst/>
            <a:gdLst>
              <a:gd name="connsiteX0" fmla="*/ 0 w 12260826"/>
              <a:gd name="connsiteY0" fmla="*/ 0 h 5270090"/>
              <a:gd name="connsiteX1" fmla="*/ 12260826 w 12260826"/>
              <a:gd name="connsiteY1" fmla="*/ 4817806 h 5270090"/>
              <a:gd name="connsiteX2" fmla="*/ 12260826 w 12260826"/>
              <a:gd name="connsiteY2" fmla="*/ 5270090 h 5270090"/>
              <a:gd name="connsiteX3" fmla="*/ 29497 w 12260826"/>
              <a:gd name="connsiteY3" fmla="*/ 5270090 h 5270090"/>
              <a:gd name="connsiteX4" fmla="*/ 0 w 12260826"/>
              <a:gd name="connsiteY4" fmla="*/ 0 h 5270090"/>
              <a:gd name="connsiteX0" fmla="*/ 7935 w 12231329"/>
              <a:gd name="connsiteY0" fmla="*/ 0 h 5254048"/>
              <a:gd name="connsiteX1" fmla="*/ 12231329 w 12231329"/>
              <a:gd name="connsiteY1" fmla="*/ 4801764 h 5254048"/>
              <a:gd name="connsiteX2" fmla="*/ 12231329 w 12231329"/>
              <a:gd name="connsiteY2" fmla="*/ 5254048 h 5254048"/>
              <a:gd name="connsiteX3" fmla="*/ 0 w 12231329"/>
              <a:gd name="connsiteY3" fmla="*/ 5254048 h 5254048"/>
              <a:gd name="connsiteX4" fmla="*/ 7935 w 12231329"/>
              <a:gd name="connsiteY4" fmla="*/ 0 h 5254048"/>
              <a:gd name="connsiteX0" fmla="*/ 0 w 12223394"/>
              <a:gd name="connsiteY0" fmla="*/ 0 h 5259395"/>
              <a:gd name="connsiteX1" fmla="*/ 12223394 w 12223394"/>
              <a:gd name="connsiteY1" fmla="*/ 4801764 h 5259395"/>
              <a:gd name="connsiteX2" fmla="*/ 12223394 w 12223394"/>
              <a:gd name="connsiteY2" fmla="*/ 5254048 h 5259395"/>
              <a:gd name="connsiteX3" fmla="*/ 72276 w 12223394"/>
              <a:gd name="connsiteY3" fmla="*/ 5259395 h 5259395"/>
              <a:gd name="connsiteX4" fmla="*/ 0 w 12223394"/>
              <a:gd name="connsiteY4" fmla="*/ 0 h 5259395"/>
              <a:gd name="connsiteX0" fmla="*/ 0 w 12223394"/>
              <a:gd name="connsiteY0" fmla="*/ 0 h 5264743"/>
              <a:gd name="connsiteX1" fmla="*/ 12223394 w 12223394"/>
              <a:gd name="connsiteY1" fmla="*/ 4801764 h 5264743"/>
              <a:gd name="connsiteX2" fmla="*/ 12223394 w 12223394"/>
              <a:gd name="connsiteY2" fmla="*/ 5254048 h 5264743"/>
              <a:gd name="connsiteX3" fmla="*/ 8107 w 12223394"/>
              <a:gd name="connsiteY3" fmla="*/ 5264743 h 5264743"/>
              <a:gd name="connsiteX4" fmla="*/ 0 w 12223394"/>
              <a:gd name="connsiteY4" fmla="*/ 0 h 5264743"/>
              <a:gd name="connsiteX0" fmla="*/ 0 w 12223394"/>
              <a:gd name="connsiteY0" fmla="*/ 0 h 5254048"/>
              <a:gd name="connsiteX1" fmla="*/ 12223394 w 12223394"/>
              <a:gd name="connsiteY1" fmla="*/ 4801764 h 5254048"/>
              <a:gd name="connsiteX2" fmla="*/ 12223394 w 12223394"/>
              <a:gd name="connsiteY2" fmla="*/ 5254048 h 5254048"/>
              <a:gd name="connsiteX3" fmla="*/ 8107 w 12223394"/>
              <a:gd name="connsiteY3" fmla="*/ 5238006 h 5254048"/>
              <a:gd name="connsiteX4" fmla="*/ 0 w 12223394"/>
              <a:gd name="connsiteY4" fmla="*/ 0 h 5254048"/>
              <a:gd name="connsiteX0" fmla="*/ 0 w 12223394"/>
              <a:gd name="connsiteY0" fmla="*/ 0 h 4841452"/>
              <a:gd name="connsiteX1" fmla="*/ 12223394 w 12223394"/>
              <a:gd name="connsiteY1" fmla="*/ 4389168 h 4841452"/>
              <a:gd name="connsiteX2" fmla="*/ 12223394 w 12223394"/>
              <a:gd name="connsiteY2" fmla="*/ 4841452 h 4841452"/>
              <a:gd name="connsiteX3" fmla="*/ 8107 w 12223394"/>
              <a:gd name="connsiteY3" fmla="*/ 4825410 h 4841452"/>
              <a:gd name="connsiteX4" fmla="*/ 0 w 12223394"/>
              <a:gd name="connsiteY4" fmla="*/ 0 h 4841452"/>
              <a:gd name="connsiteX0" fmla="*/ 3585 w 12215828"/>
              <a:gd name="connsiteY0" fmla="*/ 0 h 4629579"/>
              <a:gd name="connsiteX1" fmla="*/ 12215828 w 12215828"/>
              <a:gd name="connsiteY1" fmla="*/ 4177295 h 4629579"/>
              <a:gd name="connsiteX2" fmla="*/ 12215828 w 12215828"/>
              <a:gd name="connsiteY2" fmla="*/ 4629579 h 4629579"/>
              <a:gd name="connsiteX3" fmla="*/ 541 w 12215828"/>
              <a:gd name="connsiteY3" fmla="*/ 4613537 h 4629579"/>
              <a:gd name="connsiteX4" fmla="*/ 3585 w 12215828"/>
              <a:gd name="connsiteY4" fmla="*/ 0 h 4629579"/>
              <a:gd name="connsiteX0" fmla="*/ 3585 w 12215828"/>
              <a:gd name="connsiteY0" fmla="*/ 0 h 4685336"/>
              <a:gd name="connsiteX1" fmla="*/ 12215828 w 12215828"/>
              <a:gd name="connsiteY1" fmla="*/ 4233052 h 4685336"/>
              <a:gd name="connsiteX2" fmla="*/ 12215828 w 12215828"/>
              <a:gd name="connsiteY2" fmla="*/ 4685336 h 4685336"/>
              <a:gd name="connsiteX3" fmla="*/ 541 w 12215828"/>
              <a:gd name="connsiteY3" fmla="*/ 4669294 h 4685336"/>
              <a:gd name="connsiteX4" fmla="*/ 3585 w 12215828"/>
              <a:gd name="connsiteY4" fmla="*/ 0 h 4685336"/>
              <a:gd name="connsiteX0" fmla="*/ 3585 w 12249282"/>
              <a:gd name="connsiteY0" fmla="*/ 0 h 4685336"/>
              <a:gd name="connsiteX1" fmla="*/ 12249282 w 12249282"/>
              <a:gd name="connsiteY1" fmla="*/ 3842759 h 4685336"/>
              <a:gd name="connsiteX2" fmla="*/ 12215828 w 12249282"/>
              <a:gd name="connsiteY2" fmla="*/ 4685336 h 4685336"/>
              <a:gd name="connsiteX3" fmla="*/ 541 w 12249282"/>
              <a:gd name="connsiteY3" fmla="*/ 4669294 h 4685336"/>
              <a:gd name="connsiteX4" fmla="*/ 3585 w 12249282"/>
              <a:gd name="connsiteY4" fmla="*/ 0 h 4685336"/>
              <a:gd name="connsiteX0" fmla="*/ 0 w 12279151"/>
              <a:gd name="connsiteY0" fmla="*/ 0 h 4573823"/>
              <a:gd name="connsiteX1" fmla="*/ 12279151 w 12279151"/>
              <a:gd name="connsiteY1" fmla="*/ 3731246 h 4573823"/>
              <a:gd name="connsiteX2" fmla="*/ 12245697 w 12279151"/>
              <a:gd name="connsiteY2" fmla="*/ 4573823 h 4573823"/>
              <a:gd name="connsiteX3" fmla="*/ 30410 w 12279151"/>
              <a:gd name="connsiteY3" fmla="*/ 4557781 h 4573823"/>
              <a:gd name="connsiteX4" fmla="*/ 0 w 12279151"/>
              <a:gd name="connsiteY4" fmla="*/ 0 h 4573823"/>
              <a:gd name="connsiteX0" fmla="*/ 0 w 12346058"/>
              <a:gd name="connsiteY0" fmla="*/ 0 h 4573823"/>
              <a:gd name="connsiteX1" fmla="*/ 12346058 w 12346058"/>
              <a:gd name="connsiteY1" fmla="*/ 3541675 h 4573823"/>
              <a:gd name="connsiteX2" fmla="*/ 12245697 w 12346058"/>
              <a:gd name="connsiteY2" fmla="*/ 4573823 h 4573823"/>
              <a:gd name="connsiteX3" fmla="*/ 30410 w 12346058"/>
              <a:gd name="connsiteY3" fmla="*/ 4557781 h 4573823"/>
              <a:gd name="connsiteX4" fmla="*/ 0 w 12346058"/>
              <a:gd name="connsiteY4" fmla="*/ 0 h 4573823"/>
              <a:gd name="connsiteX0" fmla="*/ 0 w 12245697"/>
              <a:gd name="connsiteY0" fmla="*/ 0 h 4573823"/>
              <a:gd name="connsiteX1" fmla="*/ 12211379 w 12245697"/>
              <a:gd name="connsiteY1" fmla="*/ 3492056 h 4573823"/>
              <a:gd name="connsiteX2" fmla="*/ 12245697 w 12245697"/>
              <a:gd name="connsiteY2" fmla="*/ 4573823 h 4573823"/>
              <a:gd name="connsiteX3" fmla="*/ 30410 w 12245697"/>
              <a:gd name="connsiteY3" fmla="*/ 4557781 h 4573823"/>
              <a:gd name="connsiteX4" fmla="*/ 0 w 12245697"/>
              <a:gd name="connsiteY4" fmla="*/ 0 h 4573823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756600 w 12211379"/>
              <a:gd name="connsiteY2" fmla="*/ 4020930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827484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41341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0257 w 12221427"/>
              <a:gd name="connsiteY2" fmla="*/ 4541341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25696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16269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9684 w 12221427"/>
              <a:gd name="connsiteY2" fmla="*/ 4546055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1599482 w 12221427"/>
              <a:gd name="connsiteY2" fmla="*/ 4021269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1733 w 12221427"/>
              <a:gd name="connsiteY2" fmla="*/ 4530152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33052 w 12214722"/>
              <a:gd name="connsiteY0" fmla="*/ 0 h 4546593"/>
              <a:gd name="connsiteX1" fmla="*/ 12214722 w 12214722"/>
              <a:gd name="connsiteY1" fmla="*/ 3486202 h 4546593"/>
              <a:gd name="connsiteX2" fmla="*/ 12205028 w 12214722"/>
              <a:gd name="connsiteY2" fmla="*/ 4514250 h 4546593"/>
              <a:gd name="connsiteX3" fmla="*/ 137 w 12214722"/>
              <a:gd name="connsiteY3" fmla="*/ 4546593 h 4546593"/>
              <a:gd name="connsiteX4" fmla="*/ 33052 w 12214722"/>
              <a:gd name="connsiteY4" fmla="*/ 0 h 4546593"/>
              <a:gd name="connsiteX0" fmla="*/ 25134 w 12214755"/>
              <a:gd name="connsiteY0" fmla="*/ 0 h 4538641"/>
              <a:gd name="connsiteX1" fmla="*/ 12214755 w 12214755"/>
              <a:gd name="connsiteY1" fmla="*/ 3478250 h 4538641"/>
              <a:gd name="connsiteX2" fmla="*/ 12205061 w 12214755"/>
              <a:gd name="connsiteY2" fmla="*/ 4506298 h 4538641"/>
              <a:gd name="connsiteX3" fmla="*/ 170 w 12214755"/>
              <a:gd name="connsiteY3" fmla="*/ 4538641 h 4538641"/>
              <a:gd name="connsiteX4" fmla="*/ 25134 w 12214755"/>
              <a:gd name="connsiteY4" fmla="*/ 0 h 4538641"/>
              <a:gd name="connsiteX0" fmla="*/ 9400 w 12214923"/>
              <a:gd name="connsiteY0" fmla="*/ 0 h 4530690"/>
              <a:gd name="connsiteX1" fmla="*/ 12214923 w 12214923"/>
              <a:gd name="connsiteY1" fmla="*/ 3470299 h 4530690"/>
              <a:gd name="connsiteX2" fmla="*/ 12205229 w 12214923"/>
              <a:gd name="connsiteY2" fmla="*/ 4498347 h 4530690"/>
              <a:gd name="connsiteX3" fmla="*/ 338 w 12214923"/>
              <a:gd name="connsiteY3" fmla="*/ 4530690 h 4530690"/>
              <a:gd name="connsiteX4" fmla="*/ 9400 w 12214923"/>
              <a:gd name="connsiteY4" fmla="*/ 0 h 4530690"/>
              <a:gd name="connsiteX0" fmla="*/ 0 w 12205523"/>
              <a:gd name="connsiteY0" fmla="*/ 0 h 4498347"/>
              <a:gd name="connsiteX1" fmla="*/ 12205523 w 12205523"/>
              <a:gd name="connsiteY1" fmla="*/ 3470299 h 4498347"/>
              <a:gd name="connsiteX2" fmla="*/ 12195829 w 12205523"/>
              <a:gd name="connsiteY2" fmla="*/ 4498347 h 4498347"/>
              <a:gd name="connsiteX3" fmla="*/ 285136 w 12205523"/>
              <a:gd name="connsiteY3" fmla="*/ 4268297 h 4498347"/>
              <a:gd name="connsiteX4" fmla="*/ 0 w 12205523"/>
              <a:gd name="connsiteY4" fmla="*/ 0 h 4498347"/>
              <a:gd name="connsiteX0" fmla="*/ 0 w 12205523"/>
              <a:gd name="connsiteY0" fmla="*/ 0 h 4506836"/>
              <a:gd name="connsiteX1" fmla="*/ 12205523 w 12205523"/>
              <a:gd name="connsiteY1" fmla="*/ 3470299 h 4506836"/>
              <a:gd name="connsiteX2" fmla="*/ 12195829 w 12205523"/>
              <a:gd name="connsiteY2" fmla="*/ 4498347 h 4506836"/>
              <a:gd name="connsiteX3" fmla="*/ 6841 w 12205523"/>
              <a:gd name="connsiteY3" fmla="*/ 4506836 h 4506836"/>
              <a:gd name="connsiteX4" fmla="*/ 0 w 12205523"/>
              <a:gd name="connsiteY4" fmla="*/ 0 h 4506836"/>
              <a:gd name="connsiteX0" fmla="*/ 0 w 12205523"/>
              <a:gd name="connsiteY0" fmla="*/ 0 h 4511047"/>
              <a:gd name="connsiteX1" fmla="*/ 12205523 w 12205523"/>
              <a:gd name="connsiteY1" fmla="*/ 3470299 h 4511047"/>
              <a:gd name="connsiteX2" fmla="*/ 12202179 w 12205523"/>
              <a:gd name="connsiteY2" fmla="*/ 4511047 h 4511047"/>
              <a:gd name="connsiteX3" fmla="*/ 6841 w 12205523"/>
              <a:gd name="connsiteY3" fmla="*/ 4506836 h 4511047"/>
              <a:gd name="connsiteX4" fmla="*/ 0 w 12205523"/>
              <a:gd name="connsiteY4" fmla="*/ 0 h 4511047"/>
              <a:gd name="connsiteX0" fmla="*/ 0 w 12216156"/>
              <a:gd name="connsiteY0" fmla="*/ 0 h 3958154"/>
              <a:gd name="connsiteX1" fmla="*/ 12216156 w 12216156"/>
              <a:gd name="connsiteY1" fmla="*/ 2917406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332614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6156" h="3979419">
                <a:moveTo>
                  <a:pt x="0" y="0"/>
                </a:moveTo>
                <a:lnTo>
                  <a:pt x="12216156" y="2332614"/>
                </a:lnTo>
                <a:cubicBezTo>
                  <a:pt x="12212925" y="2675297"/>
                  <a:pt x="12216043" y="3636736"/>
                  <a:pt x="12212812" y="3979419"/>
                </a:cubicBezTo>
                <a:lnTo>
                  <a:pt x="17474" y="3975208"/>
                </a:lnTo>
                <a:cubicBezTo>
                  <a:pt x="14772" y="2220294"/>
                  <a:pt x="2702" y="1754914"/>
                  <a:pt x="0" y="0"/>
                </a:cubicBezTo>
                <a:close/>
              </a:path>
            </a:pathLst>
          </a:cu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24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25" name="Picture 24"/>
          <p:cNvPicPr>
            <a:picLocks noChangeAspect="1"/>
          </p:cNvPicPr>
          <p:nvPr userDrawn="1"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ctrTitle" hasCustomPrompt="1"/>
          </p:nvPr>
        </p:nvSpPr>
        <p:spPr>
          <a:xfrm>
            <a:off x="307663" y="3785082"/>
            <a:ext cx="4527320" cy="738664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defRPr sz="4000" b="1" i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r>
              <a:rPr lang="en-US"/>
              <a:t>Fusion</a:t>
            </a:r>
          </a:p>
        </p:txBody>
      </p:sp>
      <p:sp>
        <p:nvSpPr>
          <p:cNvPr id="16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7662" y="4594103"/>
            <a:ext cx="8734738" cy="1287122"/>
          </a:xfrm>
        </p:spPr>
        <p:txBody>
          <a:bodyPr lIns="0" tIns="0" rIns="0" bIns="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add title</a:t>
            </a:r>
          </a:p>
        </p:txBody>
      </p:sp>
      <p:sp>
        <p:nvSpPr>
          <p:cNvPr id="17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07714" y="6050503"/>
            <a:ext cx="7530638" cy="588486"/>
          </a:xfrm>
        </p:spPr>
        <p:txBody>
          <a:bodyPr lIns="0" tIns="0" rIns="0" bIns="0">
            <a:normAutofit/>
          </a:bodyPr>
          <a:lstStyle>
            <a:lvl1pPr>
              <a:defRPr sz="2000" b="1" i="0" baseline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18" name="Picture 17"/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  <p:sp>
        <p:nvSpPr>
          <p:cNvPr id="19" name="TextBox 18"/>
          <p:cNvSpPr txBox="1"/>
          <p:nvPr userDrawn="1"/>
        </p:nvSpPr>
        <p:spPr>
          <a:xfrm>
            <a:off x="8160451" y="6474492"/>
            <a:ext cx="1956849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6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This work was funded by the RCUK Energy </a:t>
            </a:r>
            <a:r>
              <a:rPr lang="en-US" sz="60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Programme</a:t>
            </a:r>
            <a:endParaRPr lang="en-US" sz="60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marL="0" marR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6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[Grant number EP/T012250/1]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E8840B92-C837-4C53-A714-7AD750EE7775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90508" y="6142305"/>
            <a:ext cx="626792" cy="33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hf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-custom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/>
          <p:nvPr userDrawn="1"/>
        </p:nvSpPr>
        <p:spPr>
          <a:xfrm>
            <a:off x="-18930" y="2886832"/>
            <a:ext cx="12216157" cy="3979419"/>
          </a:xfrm>
          <a:custGeom>
            <a:avLst/>
            <a:gdLst>
              <a:gd name="connsiteX0" fmla="*/ 0 w 12260826"/>
              <a:gd name="connsiteY0" fmla="*/ 0 h 5270090"/>
              <a:gd name="connsiteX1" fmla="*/ 12260826 w 12260826"/>
              <a:gd name="connsiteY1" fmla="*/ 4817806 h 5270090"/>
              <a:gd name="connsiteX2" fmla="*/ 12260826 w 12260826"/>
              <a:gd name="connsiteY2" fmla="*/ 5270090 h 5270090"/>
              <a:gd name="connsiteX3" fmla="*/ 29497 w 12260826"/>
              <a:gd name="connsiteY3" fmla="*/ 5270090 h 5270090"/>
              <a:gd name="connsiteX4" fmla="*/ 0 w 12260826"/>
              <a:gd name="connsiteY4" fmla="*/ 0 h 5270090"/>
              <a:gd name="connsiteX0" fmla="*/ 7935 w 12231329"/>
              <a:gd name="connsiteY0" fmla="*/ 0 h 5254048"/>
              <a:gd name="connsiteX1" fmla="*/ 12231329 w 12231329"/>
              <a:gd name="connsiteY1" fmla="*/ 4801764 h 5254048"/>
              <a:gd name="connsiteX2" fmla="*/ 12231329 w 12231329"/>
              <a:gd name="connsiteY2" fmla="*/ 5254048 h 5254048"/>
              <a:gd name="connsiteX3" fmla="*/ 0 w 12231329"/>
              <a:gd name="connsiteY3" fmla="*/ 5254048 h 5254048"/>
              <a:gd name="connsiteX4" fmla="*/ 7935 w 12231329"/>
              <a:gd name="connsiteY4" fmla="*/ 0 h 5254048"/>
              <a:gd name="connsiteX0" fmla="*/ 0 w 12223394"/>
              <a:gd name="connsiteY0" fmla="*/ 0 h 5259395"/>
              <a:gd name="connsiteX1" fmla="*/ 12223394 w 12223394"/>
              <a:gd name="connsiteY1" fmla="*/ 4801764 h 5259395"/>
              <a:gd name="connsiteX2" fmla="*/ 12223394 w 12223394"/>
              <a:gd name="connsiteY2" fmla="*/ 5254048 h 5259395"/>
              <a:gd name="connsiteX3" fmla="*/ 72276 w 12223394"/>
              <a:gd name="connsiteY3" fmla="*/ 5259395 h 5259395"/>
              <a:gd name="connsiteX4" fmla="*/ 0 w 12223394"/>
              <a:gd name="connsiteY4" fmla="*/ 0 h 5259395"/>
              <a:gd name="connsiteX0" fmla="*/ 0 w 12223394"/>
              <a:gd name="connsiteY0" fmla="*/ 0 h 5264743"/>
              <a:gd name="connsiteX1" fmla="*/ 12223394 w 12223394"/>
              <a:gd name="connsiteY1" fmla="*/ 4801764 h 5264743"/>
              <a:gd name="connsiteX2" fmla="*/ 12223394 w 12223394"/>
              <a:gd name="connsiteY2" fmla="*/ 5254048 h 5264743"/>
              <a:gd name="connsiteX3" fmla="*/ 8107 w 12223394"/>
              <a:gd name="connsiteY3" fmla="*/ 5264743 h 5264743"/>
              <a:gd name="connsiteX4" fmla="*/ 0 w 12223394"/>
              <a:gd name="connsiteY4" fmla="*/ 0 h 5264743"/>
              <a:gd name="connsiteX0" fmla="*/ 0 w 12223394"/>
              <a:gd name="connsiteY0" fmla="*/ 0 h 5254048"/>
              <a:gd name="connsiteX1" fmla="*/ 12223394 w 12223394"/>
              <a:gd name="connsiteY1" fmla="*/ 4801764 h 5254048"/>
              <a:gd name="connsiteX2" fmla="*/ 12223394 w 12223394"/>
              <a:gd name="connsiteY2" fmla="*/ 5254048 h 5254048"/>
              <a:gd name="connsiteX3" fmla="*/ 8107 w 12223394"/>
              <a:gd name="connsiteY3" fmla="*/ 5238006 h 5254048"/>
              <a:gd name="connsiteX4" fmla="*/ 0 w 12223394"/>
              <a:gd name="connsiteY4" fmla="*/ 0 h 5254048"/>
              <a:gd name="connsiteX0" fmla="*/ 0 w 12223394"/>
              <a:gd name="connsiteY0" fmla="*/ 0 h 4841452"/>
              <a:gd name="connsiteX1" fmla="*/ 12223394 w 12223394"/>
              <a:gd name="connsiteY1" fmla="*/ 4389168 h 4841452"/>
              <a:gd name="connsiteX2" fmla="*/ 12223394 w 12223394"/>
              <a:gd name="connsiteY2" fmla="*/ 4841452 h 4841452"/>
              <a:gd name="connsiteX3" fmla="*/ 8107 w 12223394"/>
              <a:gd name="connsiteY3" fmla="*/ 4825410 h 4841452"/>
              <a:gd name="connsiteX4" fmla="*/ 0 w 12223394"/>
              <a:gd name="connsiteY4" fmla="*/ 0 h 4841452"/>
              <a:gd name="connsiteX0" fmla="*/ 3585 w 12215828"/>
              <a:gd name="connsiteY0" fmla="*/ 0 h 4629579"/>
              <a:gd name="connsiteX1" fmla="*/ 12215828 w 12215828"/>
              <a:gd name="connsiteY1" fmla="*/ 4177295 h 4629579"/>
              <a:gd name="connsiteX2" fmla="*/ 12215828 w 12215828"/>
              <a:gd name="connsiteY2" fmla="*/ 4629579 h 4629579"/>
              <a:gd name="connsiteX3" fmla="*/ 541 w 12215828"/>
              <a:gd name="connsiteY3" fmla="*/ 4613537 h 4629579"/>
              <a:gd name="connsiteX4" fmla="*/ 3585 w 12215828"/>
              <a:gd name="connsiteY4" fmla="*/ 0 h 4629579"/>
              <a:gd name="connsiteX0" fmla="*/ 3585 w 12215828"/>
              <a:gd name="connsiteY0" fmla="*/ 0 h 4685336"/>
              <a:gd name="connsiteX1" fmla="*/ 12215828 w 12215828"/>
              <a:gd name="connsiteY1" fmla="*/ 4233052 h 4685336"/>
              <a:gd name="connsiteX2" fmla="*/ 12215828 w 12215828"/>
              <a:gd name="connsiteY2" fmla="*/ 4685336 h 4685336"/>
              <a:gd name="connsiteX3" fmla="*/ 541 w 12215828"/>
              <a:gd name="connsiteY3" fmla="*/ 4669294 h 4685336"/>
              <a:gd name="connsiteX4" fmla="*/ 3585 w 12215828"/>
              <a:gd name="connsiteY4" fmla="*/ 0 h 4685336"/>
              <a:gd name="connsiteX0" fmla="*/ 3585 w 12249282"/>
              <a:gd name="connsiteY0" fmla="*/ 0 h 4685336"/>
              <a:gd name="connsiteX1" fmla="*/ 12249282 w 12249282"/>
              <a:gd name="connsiteY1" fmla="*/ 3842759 h 4685336"/>
              <a:gd name="connsiteX2" fmla="*/ 12215828 w 12249282"/>
              <a:gd name="connsiteY2" fmla="*/ 4685336 h 4685336"/>
              <a:gd name="connsiteX3" fmla="*/ 541 w 12249282"/>
              <a:gd name="connsiteY3" fmla="*/ 4669294 h 4685336"/>
              <a:gd name="connsiteX4" fmla="*/ 3585 w 12249282"/>
              <a:gd name="connsiteY4" fmla="*/ 0 h 4685336"/>
              <a:gd name="connsiteX0" fmla="*/ 0 w 12279151"/>
              <a:gd name="connsiteY0" fmla="*/ 0 h 4573823"/>
              <a:gd name="connsiteX1" fmla="*/ 12279151 w 12279151"/>
              <a:gd name="connsiteY1" fmla="*/ 3731246 h 4573823"/>
              <a:gd name="connsiteX2" fmla="*/ 12245697 w 12279151"/>
              <a:gd name="connsiteY2" fmla="*/ 4573823 h 4573823"/>
              <a:gd name="connsiteX3" fmla="*/ 30410 w 12279151"/>
              <a:gd name="connsiteY3" fmla="*/ 4557781 h 4573823"/>
              <a:gd name="connsiteX4" fmla="*/ 0 w 12279151"/>
              <a:gd name="connsiteY4" fmla="*/ 0 h 4573823"/>
              <a:gd name="connsiteX0" fmla="*/ 0 w 12346058"/>
              <a:gd name="connsiteY0" fmla="*/ 0 h 4573823"/>
              <a:gd name="connsiteX1" fmla="*/ 12346058 w 12346058"/>
              <a:gd name="connsiteY1" fmla="*/ 3541675 h 4573823"/>
              <a:gd name="connsiteX2" fmla="*/ 12245697 w 12346058"/>
              <a:gd name="connsiteY2" fmla="*/ 4573823 h 4573823"/>
              <a:gd name="connsiteX3" fmla="*/ 30410 w 12346058"/>
              <a:gd name="connsiteY3" fmla="*/ 4557781 h 4573823"/>
              <a:gd name="connsiteX4" fmla="*/ 0 w 12346058"/>
              <a:gd name="connsiteY4" fmla="*/ 0 h 4573823"/>
              <a:gd name="connsiteX0" fmla="*/ 0 w 12245697"/>
              <a:gd name="connsiteY0" fmla="*/ 0 h 4573823"/>
              <a:gd name="connsiteX1" fmla="*/ 12211379 w 12245697"/>
              <a:gd name="connsiteY1" fmla="*/ 3492056 h 4573823"/>
              <a:gd name="connsiteX2" fmla="*/ 12245697 w 12245697"/>
              <a:gd name="connsiteY2" fmla="*/ 4573823 h 4573823"/>
              <a:gd name="connsiteX3" fmla="*/ 30410 w 12245697"/>
              <a:gd name="connsiteY3" fmla="*/ 4557781 h 4573823"/>
              <a:gd name="connsiteX4" fmla="*/ 0 w 12245697"/>
              <a:gd name="connsiteY4" fmla="*/ 0 h 4573823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756600 w 12211379"/>
              <a:gd name="connsiteY2" fmla="*/ 4020930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1827484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31293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11379"/>
              <a:gd name="connsiteY0" fmla="*/ 0 h 4557781"/>
              <a:gd name="connsiteX1" fmla="*/ 12211379 w 12211379"/>
              <a:gd name="connsiteY1" fmla="*/ 3492056 h 4557781"/>
              <a:gd name="connsiteX2" fmla="*/ 12210257 w 12211379"/>
              <a:gd name="connsiteY2" fmla="*/ 4541341 h 4557781"/>
              <a:gd name="connsiteX3" fmla="*/ 30410 w 12211379"/>
              <a:gd name="connsiteY3" fmla="*/ 4557781 h 4557781"/>
              <a:gd name="connsiteX4" fmla="*/ 0 w 12211379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0257 w 12221427"/>
              <a:gd name="connsiteY2" fmla="*/ 4541341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30410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25696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57781"/>
              <a:gd name="connsiteX1" fmla="*/ 12221427 w 12221427"/>
              <a:gd name="connsiteY1" fmla="*/ 3502104 h 4557781"/>
              <a:gd name="connsiteX2" fmla="*/ 12219684 w 12221427"/>
              <a:gd name="connsiteY2" fmla="*/ 4546055 h 4557781"/>
              <a:gd name="connsiteX3" fmla="*/ 16269 w 12221427"/>
              <a:gd name="connsiteY3" fmla="*/ 4557781 h 4557781"/>
              <a:gd name="connsiteX4" fmla="*/ 0 w 12221427"/>
              <a:gd name="connsiteY4" fmla="*/ 0 h 4557781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9684 w 12221427"/>
              <a:gd name="connsiteY2" fmla="*/ 4546055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1599482 w 12221427"/>
              <a:gd name="connsiteY2" fmla="*/ 4021269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0 w 12221427"/>
              <a:gd name="connsiteY0" fmla="*/ 0 h 4562495"/>
              <a:gd name="connsiteX1" fmla="*/ 12221427 w 12221427"/>
              <a:gd name="connsiteY1" fmla="*/ 3502104 h 4562495"/>
              <a:gd name="connsiteX2" fmla="*/ 12211733 w 12221427"/>
              <a:gd name="connsiteY2" fmla="*/ 4530152 h 4562495"/>
              <a:gd name="connsiteX3" fmla="*/ 6842 w 12221427"/>
              <a:gd name="connsiteY3" fmla="*/ 4562495 h 4562495"/>
              <a:gd name="connsiteX4" fmla="*/ 0 w 12221427"/>
              <a:gd name="connsiteY4" fmla="*/ 0 h 4562495"/>
              <a:gd name="connsiteX0" fmla="*/ 33052 w 12214722"/>
              <a:gd name="connsiteY0" fmla="*/ 0 h 4546593"/>
              <a:gd name="connsiteX1" fmla="*/ 12214722 w 12214722"/>
              <a:gd name="connsiteY1" fmla="*/ 3486202 h 4546593"/>
              <a:gd name="connsiteX2" fmla="*/ 12205028 w 12214722"/>
              <a:gd name="connsiteY2" fmla="*/ 4514250 h 4546593"/>
              <a:gd name="connsiteX3" fmla="*/ 137 w 12214722"/>
              <a:gd name="connsiteY3" fmla="*/ 4546593 h 4546593"/>
              <a:gd name="connsiteX4" fmla="*/ 33052 w 12214722"/>
              <a:gd name="connsiteY4" fmla="*/ 0 h 4546593"/>
              <a:gd name="connsiteX0" fmla="*/ 25134 w 12214755"/>
              <a:gd name="connsiteY0" fmla="*/ 0 h 4538641"/>
              <a:gd name="connsiteX1" fmla="*/ 12214755 w 12214755"/>
              <a:gd name="connsiteY1" fmla="*/ 3478250 h 4538641"/>
              <a:gd name="connsiteX2" fmla="*/ 12205061 w 12214755"/>
              <a:gd name="connsiteY2" fmla="*/ 4506298 h 4538641"/>
              <a:gd name="connsiteX3" fmla="*/ 170 w 12214755"/>
              <a:gd name="connsiteY3" fmla="*/ 4538641 h 4538641"/>
              <a:gd name="connsiteX4" fmla="*/ 25134 w 12214755"/>
              <a:gd name="connsiteY4" fmla="*/ 0 h 4538641"/>
              <a:gd name="connsiteX0" fmla="*/ 9400 w 12214923"/>
              <a:gd name="connsiteY0" fmla="*/ 0 h 4530690"/>
              <a:gd name="connsiteX1" fmla="*/ 12214923 w 12214923"/>
              <a:gd name="connsiteY1" fmla="*/ 3470299 h 4530690"/>
              <a:gd name="connsiteX2" fmla="*/ 12205229 w 12214923"/>
              <a:gd name="connsiteY2" fmla="*/ 4498347 h 4530690"/>
              <a:gd name="connsiteX3" fmla="*/ 338 w 12214923"/>
              <a:gd name="connsiteY3" fmla="*/ 4530690 h 4530690"/>
              <a:gd name="connsiteX4" fmla="*/ 9400 w 12214923"/>
              <a:gd name="connsiteY4" fmla="*/ 0 h 4530690"/>
              <a:gd name="connsiteX0" fmla="*/ 0 w 12205523"/>
              <a:gd name="connsiteY0" fmla="*/ 0 h 4498347"/>
              <a:gd name="connsiteX1" fmla="*/ 12205523 w 12205523"/>
              <a:gd name="connsiteY1" fmla="*/ 3470299 h 4498347"/>
              <a:gd name="connsiteX2" fmla="*/ 12195829 w 12205523"/>
              <a:gd name="connsiteY2" fmla="*/ 4498347 h 4498347"/>
              <a:gd name="connsiteX3" fmla="*/ 285136 w 12205523"/>
              <a:gd name="connsiteY3" fmla="*/ 4268297 h 4498347"/>
              <a:gd name="connsiteX4" fmla="*/ 0 w 12205523"/>
              <a:gd name="connsiteY4" fmla="*/ 0 h 4498347"/>
              <a:gd name="connsiteX0" fmla="*/ 0 w 12205523"/>
              <a:gd name="connsiteY0" fmla="*/ 0 h 4506836"/>
              <a:gd name="connsiteX1" fmla="*/ 12205523 w 12205523"/>
              <a:gd name="connsiteY1" fmla="*/ 3470299 h 4506836"/>
              <a:gd name="connsiteX2" fmla="*/ 12195829 w 12205523"/>
              <a:gd name="connsiteY2" fmla="*/ 4498347 h 4506836"/>
              <a:gd name="connsiteX3" fmla="*/ 6841 w 12205523"/>
              <a:gd name="connsiteY3" fmla="*/ 4506836 h 4506836"/>
              <a:gd name="connsiteX4" fmla="*/ 0 w 12205523"/>
              <a:gd name="connsiteY4" fmla="*/ 0 h 4506836"/>
              <a:gd name="connsiteX0" fmla="*/ 0 w 12205523"/>
              <a:gd name="connsiteY0" fmla="*/ 0 h 4511047"/>
              <a:gd name="connsiteX1" fmla="*/ 12205523 w 12205523"/>
              <a:gd name="connsiteY1" fmla="*/ 3470299 h 4511047"/>
              <a:gd name="connsiteX2" fmla="*/ 12202179 w 12205523"/>
              <a:gd name="connsiteY2" fmla="*/ 4511047 h 4511047"/>
              <a:gd name="connsiteX3" fmla="*/ 6841 w 12205523"/>
              <a:gd name="connsiteY3" fmla="*/ 4506836 h 4511047"/>
              <a:gd name="connsiteX4" fmla="*/ 0 w 12205523"/>
              <a:gd name="connsiteY4" fmla="*/ 0 h 4511047"/>
              <a:gd name="connsiteX0" fmla="*/ 0 w 12216156"/>
              <a:gd name="connsiteY0" fmla="*/ 0 h 3958154"/>
              <a:gd name="connsiteX1" fmla="*/ 12216156 w 12216156"/>
              <a:gd name="connsiteY1" fmla="*/ 2917406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58154"/>
              <a:gd name="connsiteX1" fmla="*/ 12216156 w 12216156"/>
              <a:gd name="connsiteY1" fmla="*/ 2715387 h 3958154"/>
              <a:gd name="connsiteX2" fmla="*/ 12212812 w 12216156"/>
              <a:gd name="connsiteY2" fmla="*/ 3958154 h 3958154"/>
              <a:gd name="connsiteX3" fmla="*/ 17474 w 12216156"/>
              <a:gd name="connsiteY3" fmla="*/ 3953943 h 3958154"/>
              <a:gd name="connsiteX4" fmla="*/ 0 w 12216156"/>
              <a:gd name="connsiteY4" fmla="*/ 0 h 3958154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736652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  <a:gd name="connsiteX0" fmla="*/ 0 w 12216156"/>
              <a:gd name="connsiteY0" fmla="*/ 0 h 3979419"/>
              <a:gd name="connsiteX1" fmla="*/ 12216156 w 12216156"/>
              <a:gd name="connsiteY1" fmla="*/ 2332614 h 3979419"/>
              <a:gd name="connsiteX2" fmla="*/ 12212812 w 12216156"/>
              <a:gd name="connsiteY2" fmla="*/ 3979419 h 3979419"/>
              <a:gd name="connsiteX3" fmla="*/ 17474 w 12216156"/>
              <a:gd name="connsiteY3" fmla="*/ 3975208 h 3979419"/>
              <a:gd name="connsiteX4" fmla="*/ 0 w 12216156"/>
              <a:gd name="connsiteY4" fmla="*/ 0 h 39794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2216156" h="3979419">
                <a:moveTo>
                  <a:pt x="0" y="0"/>
                </a:moveTo>
                <a:lnTo>
                  <a:pt x="12216156" y="2332614"/>
                </a:lnTo>
                <a:cubicBezTo>
                  <a:pt x="12212925" y="2675297"/>
                  <a:pt x="12216043" y="3636736"/>
                  <a:pt x="12212812" y="3979419"/>
                </a:cubicBezTo>
                <a:lnTo>
                  <a:pt x="17474" y="3975208"/>
                </a:lnTo>
                <a:cubicBezTo>
                  <a:pt x="14772" y="2220294"/>
                  <a:pt x="2702" y="1754914"/>
                  <a:pt x="0" y="0"/>
                </a:cubicBezTo>
                <a:close/>
              </a:path>
            </a:pathLst>
          </a:custGeom>
          <a:solidFill>
            <a:srgbClr val="F8971D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sp>
        <p:nvSpPr>
          <p:cNvPr id="14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15" name="Picture 14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3" name="Picture Placeholder 2"/>
          <p:cNvSpPr>
            <a:spLocks noGrp="1"/>
          </p:cNvSpPr>
          <p:nvPr>
            <p:ph type="pic" sz="quarter" idx="15"/>
          </p:nvPr>
        </p:nvSpPr>
        <p:spPr>
          <a:xfrm>
            <a:off x="0" y="-12699"/>
            <a:ext cx="12202079" cy="5246988"/>
          </a:xfrm>
          <a:custGeom>
            <a:avLst/>
            <a:gdLst>
              <a:gd name="connsiteX0" fmla="*/ 0 w 12196763"/>
              <a:gd name="connsiteY0" fmla="*/ 0 h 5225723"/>
              <a:gd name="connsiteX1" fmla="*/ 10202575 w 12196763"/>
              <a:gd name="connsiteY1" fmla="*/ 0 h 5225723"/>
              <a:gd name="connsiteX2" fmla="*/ 12196763 w 12196763"/>
              <a:gd name="connsiteY2" fmla="*/ 1994188 h 5225723"/>
              <a:gd name="connsiteX3" fmla="*/ 12196763 w 12196763"/>
              <a:gd name="connsiteY3" fmla="*/ 5225723 h 5225723"/>
              <a:gd name="connsiteX4" fmla="*/ 0 w 12196763"/>
              <a:gd name="connsiteY4" fmla="*/ 5225723 h 5225723"/>
              <a:gd name="connsiteX5" fmla="*/ 0 w 12196763"/>
              <a:gd name="connsiteY5" fmla="*/ 0 h 5225723"/>
              <a:gd name="connsiteX6" fmla="*/ 0 w 12196763"/>
              <a:gd name="connsiteY6" fmla="*/ 0 h 5225723"/>
              <a:gd name="connsiteX0" fmla="*/ 0 w 12196763"/>
              <a:gd name="connsiteY0" fmla="*/ 0 h 5225723"/>
              <a:gd name="connsiteX1" fmla="*/ 10202575 w 12196763"/>
              <a:gd name="connsiteY1" fmla="*/ 0 h 5225723"/>
              <a:gd name="connsiteX2" fmla="*/ 12196763 w 12196763"/>
              <a:gd name="connsiteY2" fmla="*/ 1994188 h 5225723"/>
              <a:gd name="connsiteX3" fmla="*/ 12196763 w 12196763"/>
              <a:gd name="connsiteY3" fmla="*/ 5225723 h 5225723"/>
              <a:gd name="connsiteX4" fmla="*/ 0 w 12196763"/>
              <a:gd name="connsiteY4" fmla="*/ 2916156 h 5225723"/>
              <a:gd name="connsiteX5" fmla="*/ 0 w 12196763"/>
              <a:gd name="connsiteY5" fmla="*/ 0 h 5225723"/>
              <a:gd name="connsiteX6" fmla="*/ 0 w 12196763"/>
              <a:gd name="connsiteY6" fmla="*/ 0 h 5225723"/>
              <a:gd name="connsiteX0" fmla="*/ 0 w 12202079"/>
              <a:gd name="connsiteY0" fmla="*/ 0 h 5246988"/>
              <a:gd name="connsiteX1" fmla="*/ 10202575 w 12202079"/>
              <a:gd name="connsiteY1" fmla="*/ 0 h 5246988"/>
              <a:gd name="connsiteX2" fmla="*/ 12196763 w 12202079"/>
              <a:gd name="connsiteY2" fmla="*/ 1994188 h 5246988"/>
              <a:gd name="connsiteX3" fmla="*/ 12202079 w 12202079"/>
              <a:gd name="connsiteY3" fmla="*/ 5246988 h 5246988"/>
              <a:gd name="connsiteX4" fmla="*/ 0 w 12202079"/>
              <a:gd name="connsiteY4" fmla="*/ 2916156 h 5246988"/>
              <a:gd name="connsiteX5" fmla="*/ 0 w 12202079"/>
              <a:gd name="connsiteY5" fmla="*/ 0 h 5246988"/>
              <a:gd name="connsiteX6" fmla="*/ 0 w 12202079"/>
              <a:gd name="connsiteY6" fmla="*/ 0 h 52469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202079" h="5246988">
                <a:moveTo>
                  <a:pt x="0" y="0"/>
                </a:moveTo>
                <a:lnTo>
                  <a:pt x="10202575" y="0"/>
                </a:lnTo>
                <a:lnTo>
                  <a:pt x="12196763" y="1994188"/>
                </a:lnTo>
                <a:lnTo>
                  <a:pt x="12202079" y="5246988"/>
                </a:lnTo>
                <a:lnTo>
                  <a:pt x="0" y="2916156"/>
                </a:lnTo>
                <a:lnTo>
                  <a:pt x="0" y="0"/>
                </a:lnTo>
                <a:lnTo>
                  <a:pt x="0" y="0"/>
                </a:lnTo>
                <a:close/>
              </a:path>
            </a:pathLst>
          </a:custGeom>
        </p:spPr>
        <p:txBody>
          <a:bodyPr anchor="ctr"/>
          <a:lstStyle>
            <a:lvl1pPr algn="ctr">
              <a:defRPr/>
            </a:lvl1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18" name="Title 1"/>
          <p:cNvSpPr>
            <a:spLocks noGrp="1"/>
          </p:cNvSpPr>
          <p:nvPr>
            <p:ph type="ctrTitle" hasCustomPrompt="1"/>
          </p:nvPr>
        </p:nvSpPr>
        <p:spPr>
          <a:xfrm>
            <a:off x="307663" y="3785082"/>
            <a:ext cx="4527320" cy="738664"/>
          </a:xfrm>
          <a:prstGeom prst="rect">
            <a:avLst/>
          </a:prstGeom>
        </p:spPr>
        <p:txBody>
          <a:bodyPr vert="horz" lIns="0" tIns="0" rIns="0" bIns="0" anchor="ctr" anchorCtr="0">
            <a:noAutofit/>
          </a:bodyPr>
          <a:lstStyle>
            <a:lvl1pPr algn="l">
              <a:lnSpc>
                <a:spcPct val="100000"/>
              </a:lnSpc>
              <a:defRPr sz="4000" b="1" i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r>
              <a:rPr lang="en-US"/>
              <a:t>Fusion</a:t>
            </a:r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307662" y="4594103"/>
            <a:ext cx="8734738" cy="1287122"/>
          </a:xfrm>
        </p:spPr>
        <p:txBody>
          <a:bodyPr lIns="0" tIns="0" rIns="0" bIns="0" anchor="ctr" anchorCtr="0">
            <a:normAutofit/>
          </a:bodyPr>
          <a:lstStyle>
            <a:lvl1pPr marL="0" indent="0" algn="l">
              <a:lnSpc>
                <a:spcPct val="100000"/>
              </a:lnSpc>
              <a:spcBef>
                <a:spcPts val="0"/>
              </a:spcBef>
              <a:buNone/>
              <a:defRPr sz="4800" b="1" i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189" indent="0" algn="ctr">
              <a:buNone/>
              <a:defRPr sz="2000"/>
            </a:lvl2pPr>
            <a:lvl3pPr marL="914377" indent="0" algn="ctr">
              <a:buNone/>
              <a:defRPr sz="1800"/>
            </a:lvl3pPr>
            <a:lvl4pPr marL="1371566" indent="0" algn="ctr">
              <a:buNone/>
              <a:defRPr sz="1600"/>
            </a:lvl4pPr>
            <a:lvl5pPr marL="1828754" indent="0" algn="ctr">
              <a:buNone/>
              <a:defRPr sz="1600"/>
            </a:lvl5pPr>
            <a:lvl6pPr marL="2285943" indent="0" algn="ctr">
              <a:buNone/>
              <a:defRPr sz="1600"/>
            </a:lvl6pPr>
            <a:lvl7pPr marL="2743131" indent="0" algn="ctr">
              <a:buNone/>
              <a:defRPr sz="1600"/>
            </a:lvl7pPr>
            <a:lvl8pPr marL="3200320" indent="0" algn="ctr">
              <a:buNone/>
              <a:defRPr sz="1600"/>
            </a:lvl8pPr>
            <a:lvl9pPr marL="3657509" indent="0" algn="ctr">
              <a:buNone/>
              <a:defRPr sz="1600"/>
            </a:lvl9pPr>
          </a:lstStyle>
          <a:p>
            <a:r>
              <a:rPr lang="en-US"/>
              <a:t>Click to add title</a:t>
            </a:r>
          </a:p>
        </p:txBody>
      </p:sp>
      <p:sp>
        <p:nvSpPr>
          <p:cNvPr id="20" name="Text Placeholder 12"/>
          <p:cNvSpPr>
            <a:spLocks noGrp="1"/>
          </p:cNvSpPr>
          <p:nvPr>
            <p:ph type="body" sz="quarter" idx="14" hasCustomPrompt="1"/>
          </p:nvPr>
        </p:nvSpPr>
        <p:spPr>
          <a:xfrm>
            <a:off x="307714" y="6050503"/>
            <a:ext cx="7530638" cy="588486"/>
          </a:xfrm>
        </p:spPr>
        <p:txBody>
          <a:bodyPr lIns="0" tIns="0" rIns="0" bIns="0">
            <a:normAutofit/>
          </a:bodyPr>
          <a:lstStyle>
            <a:lvl1pPr>
              <a:defRPr sz="2000" b="1" i="0" baseline="0">
                <a:solidFill>
                  <a:srgbClr val="132B4E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pic>
        <p:nvPicPr>
          <p:cNvPr id="24" name="Picture 23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9399" y="6121696"/>
            <a:ext cx="1536320" cy="641640"/>
          </a:xfrm>
          <a:prstGeom prst="rect">
            <a:avLst/>
          </a:prstGeom>
        </p:spPr>
      </p:pic>
      <p:sp>
        <p:nvSpPr>
          <p:cNvPr id="25" name="TextBox 24"/>
          <p:cNvSpPr txBox="1"/>
          <p:nvPr userDrawn="1"/>
        </p:nvSpPr>
        <p:spPr>
          <a:xfrm>
            <a:off x="8160451" y="6474492"/>
            <a:ext cx="1956849" cy="276999"/>
          </a:xfrm>
          <a:prstGeom prst="rect">
            <a:avLst/>
          </a:prstGeom>
          <a:noFill/>
        </p:spPr>
        <p:txBody>
          <a:bodyPr wrap="square" lIns="0" rIns="0" rtlCol="0">
            <a:spAutoFit/>
          </a:bodyPr>
          <a:lstStyle/>
          <a:p>
            <a:pPr algn="r"/>
            <a:r>
              <a:rPr lang="en-US" sz="6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This work was funded by the RCUK Energy </a:t>
            </a:r>
            <a:r>
              <a:rPr lang="en-US" sz="600" err="1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Programme</a:t>
            </a:r>
            <a:endParaRPr lang="en-US" sz="600">
              <a:solidFill>
                <a:schemeClr val="bg1"/>
              </a:solidFill>
              <a:latin typeface="Arial" charset="0"/>
              <a:ea typeface="Arial" charset="0"/>
              <a:cs typeface="Arial" charset="0"/>
            </a:endParaRPr>
          </a:p>
          <a:p>
            <a:pPr algn="r"/>
            <a:r>
              <a:rPr lang="en-US" sz="6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rPr>
              <a:t>[Grant number EP/T012250/1]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E8840B92-C837-4C53-A714-7AD750EE7775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p:blipFill>
        <p:spPr bwMode="auto">
          <a:xfrm>
            <a:off x="9490508" y="6142305"/>
            <a:ext cx="626792" cy="331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hf hdr="0" ftr="0" dt="0"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le 6"/>
          <p:cNvSpPr/>
          <p:nvPr userDrawn="1"/>
        </p:nvSpPr>
        <p:spPr>
          <a:xfrm rot="10800000">
            <a:off x="10205791" y="-12651"/>
            <a:ext cx="1991783" cy="1991922"/>
          </a:xfrm>
          <a:custGeom>
            <a:avLst/>
            <a:gdLst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91922 h 1991922"/>
              <a:gd name="connsiteX3" fmla="*/ 0 w 1991783"/>
              <a:gd name="connsiteY3" fmla="*/ 1991922 h 1991922"/>
              <a:gd name="connsiteX0" fmla="*/ 0 w 1991783"/>
              <a:gd name="connsiteY0" fmla="*/ 1991922 h 1991922"/>
              <a:gd name="connsiteX1" fmla="*/ 0 w 1991783"/>
              <a:gd name="connsiteY1" fmla="*/ 0 h 1991922"/>
              <a:gd name="connsiteX2" fmla="*/ 1991783 w 1991783"/>
              <a:gd name="connsiteY2" fmla="*/ 1979222 h 1991922"/>
              <a:gd name="connsiteX3" fmla="*/ 0 w 1991783"/>
              <a:gd name="connsiteY3" fmla="*/ 1991922 h 19919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991783" h="1991922">
                <a:moveTo>
                  <a:pt x="0" y="1991922"/>
                </a:moveTo>
                <a:lnTo>
                  <a:pt x="0" y="0"/>
                </a:lnTo>
                <a:lnTo>
                  <a:pt x="1991783" y="1979222"/>
                </a:lnTo>
                <a:lnTo>
                  <a:pt x="0" y="1991922"/>
                </a:lnTo>
                <a:close/>
              </a:path>
            </a:pathLst>
          </a:custGeom>
          <a:solidFill>
            <a:srgbClr val="132B4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US" sz="1800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1323877" y="190096"/>
            <a:ext cx="691844" cy="690506"/>
          </a:xfrm>
          <a:prstGeom prst="rect">
            <a:avLst/>
          </a:prstGeom>
        </p:spPr>
      </p:pic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03200" y="1314930"/>
            <a:ext cx="11150600" cy="486203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24" name="Title Placeholder 23"/>
          <p:cNvSpPr>
            <a:spLocks noGrp="1"/>
          </p:cNvSpPr>
          <p:nvPr>
            <p:ph type="title"/>
          </p:nvPr>
        </p:nvSpPr>
        <p:spPr>
          <a:xfrm>
            <a:off x="203200" y="190097"/>
            <a:ext cx="11150600" cy="1094544"/>
          </a:xfrm>
          <a:prstGeom prst="rect">
            <a:avLst/>
          </a:prstGeom>
        </p:spPr>
        <p:txBody>
          <a:bodyPr vert="horz" lIns="91440" tIns="45720" rIns="91440" bIns="45720" rtlCol="0" anchor="t" anchorCtr="0">
            <a:normAutofit/>
          </a:bodyPr>
          <a:lstStyle/>
          <a:p>
            <a:r>
              <a:rPr lang="en-GB"/>
              <a:t>Click to edit Master title style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1600" y="6387702"/>
            <a:ext cx="66345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800" b="1" i="0">
                <a:solidFill>
                  <a:srgbClr val="F8971D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fld id="{35482B25-261F-464E-BDD8-63296DE4D8A4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Footer Placeholder 3"/>
          <p:cNvSpPr>
            <a:spLocks noGrp="1"/>
          </p:cNvSpPr>
          <p:nvPr>
            <p:ph type="ftr" sz="quarter" idx="3"/>
          </p:nvPr>
        </p:nvSpPr>
        <p:spPr>
          <a:xfrm>
            <a:off x="876221" y="6387700"/>
            <a:ext cx="700882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b="1">
                <a:solidFill>
                  <a:srgbClr val="132B4E"/>
                </a:solidFill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en-US"/>
              <a:t>Group Convert, FII Workshop 2021, G. Bailey</a:t>
            </a:r>
          </a:p>
        </p:txBody>
      </p:sp>
      <p:sp>
        <p:nvSpPr>
          <p:cNvPr id="10" name="Slide Number Placeholder 5"/>
          <p:cNvSpPr txBox="1">
            <a:spLocks/>
          </p:cNvSpPr>
          <p:nvPr userDrawn="1"/>
        </p:nvSpPr>
        <p:spPr>
          <a:xfrm flipH="1">
            <a:off x="765051" y="6357413"/>
            <a:ext cx="4571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l" defTabSz="914400" rtl="0" eaLnBrk="1" latinLnBrk="0" hangingPunct="1">
              <a:defRPr sz="1200" b="1" i="0" kern="1200">
                <a:solidFill>
                  <a:srgbClr val="90919C"/>
                </a:solidFill>
                <a:latin typeface="Arial Black" charset="0"/>
                <a:ea typeface="Arial Black" charset="0"/>
                <a:cs typeface="Arial Black" charset="0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2800" b="0" i="0">
                <a:solidFill>
                  <a:srgbClr val="132B4E"/>
                </a:solidFill>
                <a:latin typeface="Arial" charset="0"/>
                <a:ea typeface="Arial" charset="0"/>
                <a:cs typeface="Arial" charset="0"/>
              </a:rPr>
              <a:t>|</a:t>
            </a:r>
          </a:p>
        </p:txBody>
      </p:sp>
      <p:pic>
        <p:nvPicPr>
          <p:cNvPr id="13" name="Picture 12"/>
          <p:cNvPicPr>
            <a:picLocks noChangeAspect="1"/>
          </p:cNvPicPr>
          <p:nvPr userDrawn="1"/>
        </p:nvPicPr>
        <p:blipFill>
          <a:blip r:embed="rId18" cstate="print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437135" y="6176963"/>
            <a:ext cx="1497403" cy="501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6767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7" r:id="rId1"/>
    <p:sldLayoutId id="2147483650" r:id="rId2"/>
    <p:sldLayoutId id="2147483673" r:id="rId3"/>
    <p:sldLayoutId id="2147483652" r:id="rId4"/>
    <p:sldLayoutId id="2147483653" r:id="rId5"/>
    <p:sldLayoutId id="2147483660" r:id="rId6"/>
    <p:sldLayoutId id="2147483655" r:id="rId7"/>
    <p:sldLayoutId id="2147483651" r:id="rId8"/>
    <p:sldLayoutId id="2147483677" r:id="rId9"/>
    <p:sldLayoutId id="2147483670" r:id="rId10"/>
    <p:sldLayoutId id="2147483671" r:id="rId11"/>
    <p:sldLayoutId id="2147483674" r:id="rId12"/>
    <p:sldLayoutId id="2147483675" r:id="rId13"/>
    <p:sldLayoutId id="2147483676" r:id="rId14"/>
    <p:sldLayoutId id="2147483672" r:id="rId15"/>
  </p:sldLayoutIdLst>
  <p:hf hdr="0" ftr="0" dt="0"/>
  <p:txStyles>
    <p:titleStyle>
      <a:lvl1pPr algn="l" defTabSz="914377" rtl="0" eaLnBrk="1" latinLnBrk="0" hangingPunct="1">
        <a:lnSpc>
          <a:spcPct val="100000"/>
        </a:lnSpc>
        <a:spcBef>
          <a:spcPct val="0"/>
        </a:spcBef>
        <a:buNone/>
        <a:defRPr sz="3600" b="1" i="0" kern="1200">
          <a:solidFill>
            <a:srgbClr val="132B4E"/>
          </a:solidFill>
          <a:latin typeface="Arial Black" charset="0"/>
          <a:ea typeface="Arial Black" charset="0"/>
          <a:cs typeface="Arial Black" charset="0"/>
        </a:defRPr>
      </a:lvl1pPr>
    </p:titleStyle>
    <p:bodyStyle>
      <a:lvl1pPr marL="0" indent="0" algn="l" defTabSz="914377" rtl="0" eaLnBrk="1" latinLnBrk="0" hangingPunct="1">
        <a:lnSpc>
          <a:spcPct val="90000"/>
        </a:lnSpc>
        <a:spcBef>
          <a:spcPts val="1000"/>
        </a:spcBef>
        <a:buFont typeface="Arial"/>
        <a:buNone/>
        <a:defRPr sz="2400" kern="1200">
          <a:solidFill>
            <a:srgbClr val="132B4E"/>
          </a:solidFill>
          <a:latin typeface="Arial" charset="0"/>
          <a:ea typeface="Arial" charset="0"/>
          <a:cs typeface="Arial" charset="0"/>
        </a:defRPr>
      </a:lvl1pPr>
      <a:lvl2pPr marL="457189" indent="0" algn="l" defTabSz="914377" rtl="0" eaLnBrk="1" latinLnBrk="0" hangingPunct="1">
        <a:lnSpc>
          <a:spcPct val="90000"/>
        </a:lnSpc>
        <a:spcBef>
          <a:spcPts val="500"/>
        </a:spcBef>
        <a:buFont typeface="Arial"/>
        <a:buNone/>
        <a:defRPr sz="2000" kern="1200">
          <a:solidFill>
            <a:srgbClr val="132B4E"/>
          </a:solidFill>
          <a:latin typeface="Arial" charset="0"/>
          <a:ea typeface="Arial" charset="0"/>
          <a:cs typeface="Arial" charset="0"/>
        </a:defRPr>
      </a:lvl2pPr>
      <a:lvl3pPr marL="914377" indent="0" algn="l" defTabSz="914377" rtl="0" eaLnBrk="1" latinLnBrk="0" hangingPunct="1">
        <a:lnSpc>
          <a:spcPct val="90000"/>
        </a:lnSpc>
        <a:spcBef>
          <a:spcPts val="500"/>
        </a:spcBef>
        <a:buFont typeface="Arial"/>
        <a:buNone/>
        <a:defRPr sz="2000" kern="1200">
          <a:solidFill>
            <a:srgbClr val="132B4E"/>
          </a:solidFill>
          <a:latin typeface="Arial" charset="0"/>
          <a:ea typeface="Arial" charset="0"/>
          <a:cs typeface="Arial" charset="0"/>
        </a:defRPr>
      </a:lvl3pPr>
      <a:lvl4pPr marL="1371566" indent="0" algn="l" defTabSz="914377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rgbClr val="132B4E"/>
          </a:solidFill>
          <a:latin typeface="Arial" charset="0"/>
          <a:ea typeface="Arial" charset="0"/>
          <a:cs typeface="Arial" charset="0"/>
        </a:defRPr>
      </a:lvl4pPr>
      <a:lvl5pPr marL="1828754" indent="0" algn="l" defTabSz="914377" rtl="0" eaLnBrk="1" latinLnBrk="0" hangingPunct="1">
        <a:lnSpc>
          <a:spcPct val="90000"/>
        </a:lnSpc>
        <a:spcBef>
          <a:spcPts val="500"/>
        </a:spcBef>
        <a:buFont typeface="Arial"/>
        <a:buNone/>
        <a:defRPr sz="1800" kern="1200">
          <a:solidFill>
            <a:srgbClr val="132B4E"/>
          </a:solidFill>
          <a:latin typeface="Arial" charset="0"/>
          <a:ea typeface="Arial" charset="0"/>
          <a:cs typeface="Arial" charset="0"/>
        </a:defRPr>
      </a:lvl5pPr>
      <a:lvl6pPr marL="2514537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4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7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7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1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7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964869-7610-E74C-A1B2-213DC25AF64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GB" dirty="0"/>
              <a:t>FISPACT-II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B0DD28B-FEDE-3A4A-9358-78900EC74FA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07662" y="4682309"/>
            <a:ext cx="9619002" cy="1287122"/>
          </a:xfrm>
        </p:spPr>
        <p:txBody>
          <a:bodyPr>
            <a:normAutofit fontScale="92500" lnSpcReduction="10000"/>
          </a:bodyPr>
          <a:lstStyle/>
          <a:p>
            <a:r>
              <a:rPr lang="en-GB"/>
              <a:t>Example: flux spectra group structure conversion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51FE097-45A1-804C-8D5B-E3F5F5A71A18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307662" y="6127995"/>
            <a:ext cx="7530638" cy="350297"/>
          </a:xfrm>
        </p:spPr>
        <p:txBody>
          <a:bodyPr vert="horz" lIns="0" tIns="0" rIns="0" bIns="0" rtlCol="0" anchor="t">
            <a:normAutofit/>
          </a:bodyPr>
          <a:lstStyle/>
          <a:p>
            <a:r>
              <a:rPr lang="en-GB" dirty="0">
                <a:latin typeface="Arial Black"/>
              </a:rPr>
              <a:t>FISPACT-II workshop 2022</a:t>
            </a:r>
          </a:p>
        </p:txBody>
      </p:sp>
    </p:spTree>
    <p:extLst>
      <p:ext uri="{BB962C8B-B14F-4D97-AF65-F5344CB8AC3E}">
        <p14:creationId xmlns:p14="http://schemas.microsoft.com/office/powerpoint/2010/main" val="399254083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409C8D3-D327-D44D-8D98-0B8CD7ABE2C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FISPACT-II requires that the flux spectra input in is the same energy bins as the nuclear data chosen.</a:t>
            </a:r>
          </a:p>
          <a:p>
            <a:pPr marL="800089" lvl="1" indent="-342900">
              <a:buFont typeface="Wingdings" pitchFamily="2" charset="2"/>
              <a:buChar char="Ø"/>
            </a:pPr>
            <a:r>
              <a:rPr lang="en-GB">
                <a:solidFill>
                  <a:schemeClr val="accent1"/>
                </a:solidFill>
              </a:rPr>
              <a:t>For example TENDL2019 is in the 1102 group structure, so will require a 1102 group flux spectrum.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>
                <a:solidFill>
                  <a:schemeClr val="tx1"/>
                </a:solidFill>
              </a:rPr>
              <a:t>What if the group structure of a users flux spectrum does not match the energy bins of the desired nuclear data?</a:t>
            </a:r>
          </a:p>
          <a:p>
            <a:pPr marL="800089" lvl="1" indent="-342900">
              <a:buFont typeface="Wingdings" pitchFamily="2" charset="2"/>
              <a:buChar char="Ø"/>
            </a:pPr>
            <a:r>
              <a:rPr lang="en-GB">
                <a:solidFill>
                  <a:schemeClr val="accent1"/>
                </a:solidFill>
              </a:rPr>
              <a:t>For example, a user may have a 175 group flux but want to perform activation calculations with TENDL2017 (709 groups)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>
                <a:solidFill>
                  <a:schemeClr val="tx1"/>
                </a:solidFill>
              </a:rPr>
              <a:t>FISPACT-II includes functionality to re-bin flux spectra, so that can match which ever nuclear data set is chosen</a:t>
            </a:r>
          </a:p>
          <a:p>
            <a:pPr marL="800089" lvl="1" indent="-342900">
              <a:buFont typeface="Wingdings" pitchFamily="2" charset="2"/>
              <a:buChar char="Ø"/>
            </a:pPr>
            <a:r>
              <a:rPr lang="en-GB" b="1">
                <a:solidFill>
                  <a:schemeClr val="accent1"/>
                </a:solidFill>
              </a:rPr>
              <a:t>Group Convert</a:t>
            </a:r>
            <a:r>
              <a:rPr lang="en-GB">
                <a:solidFill>
                  <a:schemeClr val="accent1"/>
                </a:solidFill>
              </a:rPr>
              <a:t>. Available in both standard FISPACT-II and the API.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>
              <a:solidFill>
                <a:schemeClr val="tx1"/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5A6091A-8F34-BF4A-9471-88346ABA7A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What is Group Convert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0CDEB6B-9013-D04C-8411-C59DAB226F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82B25-261F-464E-BDD8-63296DE4D8A4}" type="slidenum">
              <a:rPr lang="en-US" smtClean="0"/>
              <a:pPr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7266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C2E77B7-9FCF-B449-A263-BE96231410B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>
            <a:normAutofit lnSpcReduction="10000"/>
          </a:bodyPr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Two types of spectra conversion are available in FISPACT-II:</a:t>
            </a:r>
          </a:p>
          <a:p>
            <a:pPr marL="914389" lvl="1" indent="-457200">
              <a:buFont typeface="+mj-lt"/>
              <a:buAutoNum type="arabicPeriod"/>
            </a:pPr>
            <a:r>
              <a:rPr lang="en-GB">
                <a:solidFill>
                  <a:schemeClr val="accent1"/>
                </a:solidFill>
              </a:rPr>
              <a:t>Equal-lethargy per bin approximation (</a:t>
            </a:r>
            <a:r>
              <a:rPr lang="en-GB" b="1">
                <a:solidFill>
                  <a:schemeClr val="accent1"/>
                </a:solidFill>
              </a:rPr>
              <a:t>default</a:t>
            </a:r>
            <a:r>
              <a:rPr lang="en-GB">
                <a:solidFill>
                  <a:schemeClr val="accent1"/>
                </a:solidFill>
              </a:rPr>
              <a:t>).</a:t>
            </a:r>
          </a:p>
          <a:p>
            <a:pPr marL="914389" lvl="1" indent="-457200">
              <a:buFont typeface="+mj-lt"/>
              <a:buAutoNum type="arabicPeriod"/>
            </a:pPr>
            <a:r>
              <a:rPr lang="en-GB">
                <a:solidFill>
                  <a:schemeClr val="accent1"/>
                </a:solidFill>
              </a:rPr>
              <a:t>Equal-energy approximation.</a:t>
            </a:r>
          </a:p>
          <a:p>
            <a:pPr marL="914389" lvl="1" indent="-457200">
              <a:buFont typeface="+mj-lt"/>
              <a:buAutoNum type="arabicPeriod"/>
            </a:pPr>
            <a:endParaRPr lang="en-GB">
              <a:solidFill>
                <a:schemeClr val="accent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>
                <a:solidFill>
                  <a:schemeClr val="tx1"/>
                </a:solidFill>
              </a:rPr>
              <a:t>Group Convert can be performed as part of any FISPACT calculation. Here we will focus on examples purely performing spectra conversion.</a:t>
            </a:r>
          </a:p>
          <a:p>
            <a:pPr marL="914389" lvl="1" indent="-457200">
              <a:buFont typeface="+mj-lt"/>
              <a:buAutoNum type="arabicPeriod"/>
            </a:pPr>
            <a:endParaRPr lang="en-GB">
              <a:solidFill>
                <a:schemeClr val="accent1"/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GB">
                <a:solidFill>
                  <a:schemeClr val="tx1"/>
                </a:solidFill>
              </a:rPr>
              <a:t>Important to note: </a:t>
            </a:r>
            <a:r>
              <a:rPr lang="en-GB" b="1">
                <a:solidFill>
                  <a:schemeClr val="tx1"/>
                </a:solidFill>
              </a:rPr>
              <a:t>Group convert cannot add physics!</a:t>
            </a:r>
          </a:p>
          <a:p>
            <a:pPr marL="914389" lvl="1" indent="-457200">
              <a:buFont typeface="Wingdings" pitchFamily="2" charset="2"/>
              <a:buChar char="Ø"/>
            </a:pPr>
            <a:r>
              <a:rPr lang="en-GB">
                <a:solidFill>
                  <a:schemeClr val="tx1"/>
                </a:solidFill>
              </a:rPr>
              <a:t>Moving from a coarse grid to a fine grid will not yield extra detail in the resulting spectrum. Some fine bins will be over/under predicted.</a:t>
            </a:r>
          </a:p>
          <a:p>
            <a:pPr marL="914389" lvl="1" indent="-457200">
              <a:buFont typeface="Wingdings" pitchFamily="2" charset="2"/>
              <a:buChar char="Ø"/>
            </a:pPr>
            <a:r>
              <a:rPr lang="en-GB">
                <a:solidFill>
                  <a:schemeClr val="tx1"/>
                </a:solidFill>
              </a:rPr>
              <a:t>Flux spectra resulting form group convert are an </a:t>
            </a:r>
            <a:r>
              <a:rPr lang="en-GB" b="1">
                <a:solidFill>
                  <a:schemeClr val="tx1"/>
                </a:solidFill>
              </a:rPr>
              <a:t>approximation.</a:t>
            </a:r>
          </a:p>
          <a:p>
            <a:pPr marL="914389" lvl="1" indent="-457200">
              <a:buFont typeface="Wingdings" pitchFamily="2" charset="2"/>
              <a:buChar char="Ø"/>
            </a:pPr>
            <a:r>
              <a:rPr lang="en-GB">
                <a:solidFill>
                  <a:schemeClr val="tx1"/>
                </a:solidFill>
              </a:rPr>
              <a:t>Where possible it is recommended that flux spectra are tallied in the same group structure as the expected nuclear data.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FA55C84-4772-8347-B6BA-876542791C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Group Convert: Some details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003C8FF-3141-9A4C-AEE3-0E09A01249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82B25-261F-464E-BDD8-63296DE4D8A4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52645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2D3F289-C6AE-DB4F-B7C6-586668F66E2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6867" y="973937"/>
            <a:ext cx="11465690" cy="1641576"/>
          </a:xfrm>
        </p:spPr>
        <p:txBody>
          <a:bodyPr/>
          <a:lstStyle/>
          <a:p>
            <a:r>
              <a:rPr lang="en-GB"/>
              <a:t>FISPACT-II will require the following input files for group convert: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>
                <a:solidFill>
                  <a:schemeClr val="accent1"/>
                </a:solidFill>
              </a:rPr>
              <a:t>Input file (.</a:t>
            </a:r>
            <a:r>
              <a:rPr lang="en-GB" err="1">
                <a:solidFill>
                  <a:schemeClr val="accent1"/>
                </a:solidFill>
              </a:rPr>
              <a:t>i</a:t>
            </a:r>
            <a:r>
              <a:rPr lang="en-GB">
                <a:solidFill>
                  <a:schemeClr val="accent1"/>
                </a:solidFill>
              </a:rPr>
              <a:t>)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 i="1">
                <a:solidFill>
                  <a:schemeClr val="accent1"/>
                </a:solidFill>
              </a:rPr>
              <a:t>Files</a:t>
            </a:r>
            <a:r>
              <a:rPr lang="en-GB">
                <a:solidFill>
                  <a:schemeClr val="accent1"/>
                </a:solidFill>
              </a:rPr>
              <a:t> file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>
                <a:solidFill>
                  <a:schemeClr val="accent1"/>
                </a:solidFill>
              </a:rPr>
              <a:t>Arb flux file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B0862E4B-DD69-664B-88EB-940149E79F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6868" y="205430"/>
            <a:ext cx="11201858" cy="667205"/>
          </a:xfrm>
        </p:spPr>
        <p:txBody>
          <a:bodyPr/>
          <a:lstStyle/>
          <a:p>
            <a:r>
              <a:rPr lang="en-GB"/>
              <a:t>Standard FISPACT-II: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6AED62-1CB9-7641-8A34-A4D6EF2564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82B25-261F-464E-BDD8-63296DE4D8A4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383F621-2C6E-284D-829C-CFE3C04737B2}"/>
              </a:ext>
            </a:extLst>
          </p:cNvPr>
          <p:cNvSpPr txBox="1"/>
          <p:nvPr/>
        </p:nvSpPr>
        <p:spPr>
          <a:xfrm>
            <a:off x="3484116" y="1409056"/>
            <a:ext cx="8317065" cy="129266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itchFamily="2" charset="2"/>
              <a:buChar char="Ø"/>
            </a:pPr>
            <a:r>
              <a:rPr lang="en-GB" sz="2000"/>
              <a:t>The </a:t>
            </a:r>
            <a:r>
              <a:rPr lang="en-GB" sz="2000" b="1"/>
              <a:t>arb flux </a:t>
            </a:r>
            <a:r>
              <a:rPr lang="en-GB" sz="2000"/>
              <a:t>file contains the flux to be converted and its original energy group structure. </a:t>
            </a:r>
          </a:p>
          <a:p>
            <a:pPr marL="342900" indent="-342900">
              <a:buFont typeface="Wingdings" pitchFamily="2" charset="2"/>
              <a:buChar char="Ø"/>
            </a:pPr>
            <a:r>
              <a:rPr lang="en-GB" sz="2000"/>
              <a:t>The path to this need to be given in the </a:t>
            </a:r>
            <a:r>
              <a:rPr lang="en-GB" sz="2000" i="1"/>
              <a:t>files</a:t>
            </a:r>
            <a:r>
              <a:rPr lang="en-GB" sz="2000"/>
              <a:t> file</a:t>
            </a:r>
          </a:p>
          <a:p>
            <a:endParaRPr lang="en-GB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E319FA0-2968-2847-AA5E-3FB6531D41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00023" y="2824923"/>
            <a:ext cx="7048500" cy="787400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16F00E0-050F-2349-8E35-743AB9424754}"/>
              </a:ext>
            </a:extLst>
          </p:cNvPr>
          <p:cNvSpPr txBox="1"/>
          <p:nvPr/>
        </p:nvSpPr>
        <p:spPr>
          <a:xfrm>
            <a:off x="4724763" y="2454141"/>
            <a:ext cx="7878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i="1">
                <a:solidFill>
                  <a:schemeClr val="accent1"/>
                </a:solidFill>
              </a:rPr>
              <a:t>Files</a:t>
            </a:r>
            <a:r>
              <a:rPr lang="en-GB" b="1">
                <a:solidFill>
                  <a:schemeClr val="accent1"/>
                </a:solidFill>
              </a:rPr>
              <a:t> file </a:t>
            </a:r>
            <a:r>
              <a:rPr lang="en-GB">
                <a:solidFill>
                  <a:schemeClr val="accent1"/>
                </a:solidFill>
              </a:rPr>
              <a:t>for purely group convert is simple as no nuclear data is needed</a:t>
            </a:r>
            <a:endParaRPr lang="en-GB" b="1">
              <a:solidFill>
                <a:schemeClr val="accent1"/>
              </a:solidFill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DEF509A5-0D87-C643-8ECD-7B83A9330926}"/>
              </a:ext>
            </a:extLst>
          </p:cNvPr>
          <p:cNvSpPr txBox="1"/>
          <p:nvPr/>
        </p:nvSpPr>
        <p:spPr>
          <a:xfrm>
            <a:off x="101600" y="3031433"/>
            <a:ext cx="389802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>
                <a:solidFill>
                  <a:schemeClr val="accent1"/>
                </a:solidFill>
              </a:rPr>
              <a:t>Input file.</a:t>
            </a:r>
            <a:r>
              <a:rPr lang="en-GB">
                <a:solidFill>
                  <a:schemeClr val="accent1"/>
                </a:solidFill>
              </a:rPr>
              <a:t> This example does not contain any irradiation</a:t>
            </a:r>
          </a:p>
        </p:txBody>
      </p:sp>
      <p:pic>
        <p:nvPicPr>
          <p:cNvPr id="14" name="Picture 13" descr="Graphical user interface&#10;&#10;Description automatically generated with medium confidence">
            <a:extLst>
              <a:ext uri="{FF2B5EF4-FFF2-40B4-BE49-F238E27FC236}">
                <a16:creationId xmlns:a16="http://schemas.microsoft.com/office/drawing/2014/main" id="{A9662246-4A65-764F-885C-EBDB219A6E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867" y="3704077"/>
            <a:ext cx="4038600" cy="1866900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6C6AFAAB-DD79-D040-8E30-59439D721541}"/>
              </a:ext>
            </a:extLst>
          </p:cNvPr>
          <p:cNvSpPr txBox="1"/>
          <p:nvPr/>
        </p:nvSpPr>
        <p:spPr>
          <a:xfrm>
            <a:off x="4600280" y="3781100"/>
            <a:ext cx="7002238" cy="1015663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 b="1"/>
              <a:t>CNVTYPE</a:t>
            </a:r>
            <a:r>
              <a:rPr lang="en-GB" sz="2000"/>
              <a:t> determines which approximation is used:</a:t>
            </a:r>
          </a:p>
          <a:p>
            <a:pPr marL="914389" lvl="1" indent="-457200">
              <a:buFont typeface="Arial" panose="020B0604020202020204" pitchFamily="34" charset="0"/>
              <a:buChar char="•"/>
            </a:pPr>
            <a:r>
              <a:rPr lang="en-GB" sz="2000">
                <a:solidFill>
                  <a:schemeClr val="accent1"/>
                </a:solidFill>
              </a:rPr>
              <a:t>0 for equal-lethargy per bin approximation (</a:t>
            </a:r>
            <a:r>
              <a:rPr lang="en-GB" sz="2000" b="1">
                <a:solidFill>
                  <a:schemeClr val="accent1"/>
                </a:solidFill>
              </a:rPr>
              <a:t>default</a:t>
            </a:r>
            <a:r>
              <a:rPr lang="en-GB" sz="2000">
                <a:solidFill>
                  <a:schemeClr val="accent1"/>
                </a:solidFill>
              </a:rPr>
              <a:t>).</a:t>
            </a:r>
          </a:p>
          <a:p>
            <a:pPr marL="914389" lvl="1" indent="-457200">
              <a:buFont typeface="Arial" panose="020B0604020202020204" pitchFamily="34" charset="0"/>
              <a:buChar char="•"/>
            </a:pPr>
            <a:r>
              <a:rPr lang="en-GB" sz="2000">
                <a:solidFill>
                  <a:schemeClr val="accent1"/>
                </a:solidFill>
              </a:rPr>
              <a:t>1 for equal-energy approximation.</a:t>
            </a:r>
          </a:p>
        </p:txBody>
      </p:sp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F984003C-9B86-A24E-9E35-CF2EA8B7F12F}"/>
              </a:ext>
            </a:extLst>
          </p:cNvPr>
          <p:cNvCxnSpPr>
            <a:cxnSpLocks/>
            <a:endCxn id="15" idx="1"/>
          </p:cNvCxnSpPr>
          <p:nvPr/>
        </p:nvCxnSpPr>
        <p:spPr>
          <a:xfrm>
            <a:off x="1376313" y="4288932"/>
            <a:ext cx="3223967" cy="0"/>
          </a:xfrm>
          <a:prstGeom prst="straightConnector1">
            <a:avLst/>
          </a:prstGeom>
          <a:ln w="34925">
            <a:solidFill>
              <a:srgbClr val="00B0F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31DAC9F6-BE33-E946-8FD4-E3F742474528}"/>
              </a:ext>
            </a:extLst>
          </p:cNvPr>
          <p:cNvSpPr txBox="1"/>
          <p:nvPr/>
        </p:nvSpPr>
        <p:spPr>
          <a:xfrm>
            <a:off x="4600280" y="4924646"/>
            <a:ext cx="5627802" cy="1015663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 b="1"/>
              <a:t>GRPCONVERT</a:t>
            </a:r>
            <a:r>
              <a:rPr lang="en-GB" sz="2000"/>
              <a:t> preforms the conversion from the first groups to the second groups. Here 175 to 709 </a:t>
            </a:r>
          </a:p>
        </p:txBody>
      </p: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D41C4F02-4ADA-894A-942C-DF194EA67B8A}"/>
              </a:ext>
            </a:extLst>
          </p:cNvPr>
          <p:cNvCxnSpPr>
            <a:cxnSpLocks/>
            <a:endCxn id="22" idx="1"/>
          </p:cNvCxnSpPr>
          <p:nvPr/>
        </p:nvCxnSpPr>
        <p:spPr>
          <a:xfrm>
            <a:off x="2045616" y="4566663"/>
            <a:ext cx="2554664" cy="865815"/>
          </a:xfrm>
          <a:prstGeom prst="straightConnector1">
            <a:avLst/>
          </a:prstGeom>
          <a:ln w="34925">
            <a:solidFill>
              <a:srgbClr val="FF0000"/>
            </a:solidFill>
            <a:headEnd type="triangl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657173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Content Placeholder 6" descr="A picture containing text&#10;&#10;Description automatically generated">
            <a:extLst>
              <a:ext uri="{FF2B5EF4-FFF2-40B4-BE49-F238E27FC236}">
                <a16:creationId xmlns:a16="http://schemas.microsoft.com/office/drawing/2014/main" id="{06359087-D8A5-F44F-8AAE-49A9098138DC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7412864" y="105175"/>
            <a:ext cx="2947193" cy="6485938"/>
          </a:xfrm>
        </p:spPr>
      </p:pic>
      <p:sp>
        <p:nvSpPr>
          <p:cNvPr id="3" name="Title 2">
            <a:extLst>
              <a:ext uri="{FF2B5EF4-FFF2-40B4-BE49-F238E27FC236}">
                <a16:creationId xmlns:a16="http://schemas.microsoft.com/office/drawing/2014/main" id="{FB2436F1-EAC6-364A-8CD0-00634D808A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018853" cy="793811"/>
          </a:xfrm>
        </p:spPr>
        <p:txBody>
          <a:bodyPr>
            <a:normAutofit/>
          </a:bodyPr>
          <a:lstStyle/>
          <a:p>
            <a:r>
              <a:rPr lang="en-GB"/>
              <a:t>Structure of an arb flux file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74F51A-615D-7B4B-990D-CD53CB72E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82B25-261F-464E-BDD8-63296DE4D8A4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6891769-858F-8743-B942-EF378EA84893}"/>
              </a:ext>
            </a:extLst>
          </p:cNvPr>
          <p:cNvSpPr/>
          <p:nvPr/>
        </p:nvSpPr>
        <p:spPr>
          <a:xfrm>
            <a:off x="7412864" y="105175"/>
            <a:ext cx="2485280" cy="3440697"/>
          </a:xfrm>
          <a:prstGeom prst="rect">
            <a:avLst/>
          </a:prstGeom>
          <a:noFill/>
          <a:ln w="1905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E0D63468-516B-694A-A264-491D17B9EAAD}"/>
              </a:ext>
            </a:extLst>
          </p:cNvPr>
          <p:cNvSpPr txBox="1"/>
          <p:nvPr/>
        </p:nvSpPr>
        <p:spPr>
          <a:xfrm>
            <a:off x="327584" y="1684396"/>
            <a:ext cx="4877891" cy="1631216"/>
          </a:xfrm>
          <a:prstGeom prst="rect">
            <a:avLst/>
          </a:prstGeom>
          <a:noFill/>
          <a:ln w="25400">
            <a:solidFill>
              <a:schemeClr val="accent1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/>
              <a:t>The group structure the original flux is binned in, descending energy. </a:t>
            </a:r>
          </a:p>
          <a:p>
            <a:r>
              <a:rPr lang="en-GB" sz="2000"/>
              <a:t>These are given in the FISPACT-II manual and can be found on the FISPACT wiki and in </a:t>
            </a:r>
            <a:r>
              <a:rPr lang="en-GB" sz="2000" err="1"/>
              <a:t>ebins</a:t>
            </a:r>
            <a:r>
              <a:rPr lang="en-GB" sz="2000"/>
              <a:t> files.</a:t>
            </a:r>
          </a:p>
        </p:txBody>
      </p:sp>
      <p:cxnSp>
        <p:nvCxnSpPr>
          <p:cNvPr id="12" name="Straight Arrow Connector 11">
            <a:extLst>
              <a:ext uri="{FF2B5EF4-FFF2-40B4-BE49-F238E27FC236}">
                <a16:creationId xmlns:a16="http://schemas.microsoft.com/office/drawing/2014/main" id="{510F8036-2085-DD49-AFCD-24D941437BFE}"/>
              </a:ext>
            </a:extLst>
          </p:cNvPr>
          <p:cNvCxnSpPr>
            <a:cxnSpLocks/>
            <a:stCxn id="10" idx="3"/>
          </p:cNvCxnSpPr>
          <p:nvPr/>
        </p:nvCxnSpPr>
        <p:spPr>
          <a:xfrm flipV="1">
            <a:off x="5205475" y="1980314"/>
            <a:ext cx="2207389" cy="519690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Rectangle 15">
            <a:extLst>
              <a:ext uri="{FF2B5EF4-FFF2-40B4-BE49-F238E27FC236}">
                <a16:creationId xmlns:a16="http://schemas.microsoft.com/office/drawing/2014/main" id="{A9BDCE51-B22B-BA45-B752-2C8A3FFBD864}"/>
              </a:ext>
            </a:extLst>
          </p:cNvPr>
          <p:cNvSpPr/>
          <p:nvPr/>
        </p:nvSpPr>
        <p:spPr>
          <a:xfrm>
            <a:off x="7412864" y="3545872"/>
            <a:ext cx="2947192" cy="3045241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AD8F64BA-41EC-3A4B-897F-00FF047063CD}"/>
              </a:ext>
            </a:extLst>
          </p:cNvPr>
          <p:cNvSpPr txBox="1"/>
          <p:nvPr/>
        </p:nvSpPr>
        <p:spPr>
          <a:xfrm>
            <a:off x="529128" y="3839063"/>
            <a:ext cx="4250009" cy="1938992"/>
          </a:xfrm>
          <a:prstGeom prst="rect">
            <a:avLst/>
          </a:prstGeom>
          <a:noFill/>
          <a:ln w="25400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/>
              <a:t>The rest follows the same structure as a normal fluxes file.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GB" sz="2000"/>
              <a:t>Flux spectrum in descending energy bins.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GB" sz="2000"/>
              <a:t>Wall loading</a:t>
            </a:r>
          </a:p>
          <a:p>
            <a:pPr marL="742950" lvl="1" indent="-285750">
              <a:buFont typeface="Wingdings" pitchFamily="2" charset="2"/>
              <a:buChar char="Ø"/>
            </a:pPr>
            <a:r>
              <a:rPr lang="en-GB" sz="2000"/>
              <a:t>Naming string</a:t>
            </a:r>
          </a:p>
        </p:txBody>
      </p: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CCB1E378-3C23-AF4C-9244-01FCE33EEBF3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4779137" y="4808559"/>
            <a:ext cx="2633726" cy="0"/>
          </a:xfrm>
          <a:prstGeom prst="straightConnector1">
            <a:avLst/>
          </a:prstGeom>
          <a:ln w="28575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TextBox 22">
            <a:extLst>
              <a:ext uri="{FF2B5EF4-FFF2-40B4-BE49-F238E27FC236}">
                <a16:creationId xmlns:a16="http://schemas.microsoft.com/office/drawing/2014/main" id="{D0C92F5F-01FB-C748-A31F-DD8E44D56F22}"/>
              </a:ext>
            </a:extLst>
          </p:cNvPr>
          <p:cNvSpPr txBox="1"/>
          <p:nvPr/>
        </p:nvSpPr>
        <p:spPr>
          <a:xfrm>
            <a:off x="0" y="636214"/>
            <a:ext cx="720207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/>
              <a:t>The arb flux file contains the flux spectrum which will be converted and its group structure.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BCCC41FF-DC67-B943-8824-1F7A9A97AFA2}"/>
              </a:ext>
            </a:extLst>
          </p:cNvPr>
          <p:cNvSpPr txBox="1"/>
          <p:nvPr/>
        </p:nvSpPr>
        <p:spPr>
          <a:xfrm>
            <a:off x="10457721" y="3084207"/>
            <a:ext cx="15346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chemeClr val="accent1"/>
                </a:solidFill>
              </a:rPr>
              <a:t>175 group structure and flux</a:t>
            </a:r>
          </a:p>
        </p:txBody>
      </p:sp>
    </p:spTree>
    <p:extLst>
      <p:ext uri="{BB962C8B-B14F-4D97-AF65-F5344CB8AC3E}">
        <p14:creationId xmlns:p14="http://schemas.microsoft.com/office/powerpoint/2010/main" val="2001151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F32725F-FB8F-EB43-8502-D8D7084800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6868" y="1447427"/>
            <a:ext cx="6318773" cy="3384653"/>
          </a:xfrm>
        </p:spPr>
        <p:txBody>
          <a:bodyPr>
            <a:normAutofit/>
          </a:bodyPr>
          <a:lstStyle/>
          <a:p>
            <a:r>
              <a:rPr lang="en-GB"/>
              <a:t>The converted flux in output in two places: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/>
              <a:t>Firstly in file, formatted to match FISPACT-II’s fluxes input, in the location defined by the</a:t>
            </a:r>
            <a:r>
              <a:rPr lang="en-GB" i="1"/>
              <a:t> </a:t>
            </a:r>
            <a:r>
              <a:rPr lang="en-GB" i="1">
                <a:solidFill>
                  <a:schemeClr val="accent1"/>
                </a:solidFill>
              </a:rPr>
              <a:t>fluxes</a:t>
            </a:r>
            <a:r>
              <a:rPr lang="en-GB" i="1"/>
              <a:t> </a:t>
            </a:r>
            <a:r>
              <a:rPr lang="en-GB"/>
              <a:t>stream in the</a:t>
            </a:r>
            <a:r>
              <a:rPr lang="en-GB" i="1"/>
              <a:t> </a:t>
            </a:r>
            <a:r>
              <a:rPr lang="en-GB" i="1">
                <a:solidFill>
                  <a:schemeClr val="accent1"/>
                </a:solidFill>
              </a:rPr>
              <a:t>files </a:t>
            </a:r>
            <a:r>
              <a:rPr lang="en-GB">
                <a:solidFill>
                  <a:schemeClr val="accent1"/>
                </a:solidFill>
              </a:rPr>
              <a:t>file</a:t>
            </a:r>
            <a:r>
              <a:rPr lang="en-GB"/>
              <a:t>. This can be directly used in future FISPACT-II calculations.</a:t>
            </a:r>
          </a:p>
          <a:p>
            <a:pPr marL="800089" lvl="1" indent="-342900">
              <a:buFont typeface="Arial" panose="020B0604020202020204" pitchFamily="34" charset="0"/>
              <a:buChar char="•"/>
            </a:pPr>
            <a:r>
              <a:rPr lang="en-GB"/>
              <a:t>Second in the standard FISPACT-II </a:t>
            </a:r>
            <a:r>
              <a:rPr lang="en-GB" b="1">
                <a:solidFill>
                  <a:schemeClr val="accent1"/>
                </a:solidFill>
              </a:rPr>
              <a:t>output file</a:t>
            </a:r>
            <a:r>
              <a:rPr lang="en-GB"/>
              <a:t>. Also included in the </a:t>
            </a:r>
            <a:r>
              <a:rPr lang="en-GB" b="1">
                <a:solidFill>
                  <a:schemeClr val="accent1"/>
                </a:solidFill>
              </a:rPr>
              <a:t>output (.out) </a:t>
            </a:r>
            <a:r>
              <a:rPr lang="en-GB"/>
              <a:t>file are details of conversion itself. Fractions of input bin in output bins.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A1C27A5-C71B-234B-AB95-355CB261A7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Outputs from Group Convert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3221B5-E09B-6248-A998-5E060DCD9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82B25-261F-464E-BDD8-63296DE4D8A4}" type="slidenum">
              <a:rPr lang="en-US" smtClean="0"/>
              <a:pPr/>
              <a:t>6</a:t>
            </a:fld>
            <a:endParaRPr lang="en-US"/>
          </a:p>
        </p:txBody>
      </p:sp>
      <p:pic>
        <p:nvPicPr>
          <p:cNvPr id="7" name="Picture 6" descr="Text&#10;&#10;Description automatically generated with medium confidence">
            <a:extLst>
              <a:ext uri="{FF2B5EF4-FFF2-40B4-BE49-F238E27FC236}">
                <a16:creationId xmlns:a16="http://schemas.microsoft.com/office/drawing/2014/main" id="{F345BEE2-2A62-E849-A0F9-3A145691838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931385" y="1530994"/>
            <a:ext cx="4693957" cy="4553577"/>
          </a:xfrm>
          <a:prstGeom prst="rect">
            <a:avLst/>
          </a:prstGeom>
          <a:ln w="28575">
            <a:solidFill>
              <a:srgbClr val="00B050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245CB098-A56A-CD46-A8CB-AF2511506DCB}"/>
              </a:ext>
            </a:extLst>
          </p:cNvPr>
          <p:cNvSpPr txBox="1"/>
          <p:nvPr/>
        </p:nvSpPr>
        <p:spPr>
          <a:xfrm>
            <a:off x="7416315" y="1078095"/>
            <a:ext cx="40446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>
                <a:solidFill>
                  <a:schemeClr val="accent1"/>
                </a:solidFill>
              </a:rPr>
              <a:t>Output file group convert summary</a:t>
            </a:r>
          </a:p>
        </p:txBody>
      </p:sp>
    </p:spTree>
    <p:extLst>
      <p:ext uri="{BB962C8B-B14F-4D97-AF65-F5344CB8AC3E}">
        <p14:creationId xmlns:p14="http://schemas.microsoft.com/office/powerpoint/2010/main" val="1094638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ED8D349-3A9D-E944-93F9-CC915A70447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01600" y="868212"/>
            <a:ext cx="11465690" cy="174301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The API contains routines for group conversion by lethargy and energy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This take the </a:t>
            </a:r>
            <a:r>
              <a:rPr lang="en-GB">
                <a:solidFill>
                  <a:schemeClr val="accent1"/>
                </a:solidFill>
              </a:rPr>
              <a:t>original group structure, </a:t>
            </a:r>
            <a:r>
              <a:rPr lang="en-GB"/>
              <a:t>the </a:t>
            </a:r>
            <a:r>
              <a:rPr lang="en-GB">
                <a:solidFill>
                  <a:schemeClr val="accent1"/>
                </a:solidFill>
              </a:rPr>
              <a:t>original flux </a:t>
            </a:r>
            <a:r>
              <a:rPr lang="en-GB"/>
              <a:t>and the </a:t>
            </a:r>
            <a:r>
              <a:rPr lang="en-GB">
                <a:solidFill>
                  <a:schemeClr val="accent1"/>
                </a:solidFill>
              </a:rPr>
              <a:t>group structure to be converted </a:t>
            </a:r>
            <a:r>
              <a:rPr lang="en-GB"/>
              <a:t>to as input.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GB"/>
              <a:t>They return the </a:t>
            </a:r>
            <a:r>
              <a:rPr lang="en-GB">
                <a:solidFill>
                  <a:schemeClr val="accent1"/>
                </a:solidFill>
              </a:rPr>
              <a:t>converted flux.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54FCBFC7-B6BA-4A41-8FE0-DBB3379498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FISPACT-II API: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88629F8-CAB9-2046-B9F7-8E8B526545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82B25-261F-464E-BDD8-63296DE4D8A4}" type="slidenum">
              <a:rPr lang="en-US" smtClean="0"/>
              <a:pPr/>
              <a:t>7</a:t>
            </a:fld>
            <a:endParaRPr 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C33B773-85F9-B74C-AD67-E5875FC51B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5544" y="3116907"/>
            <a:ext cx="9337787" cy="623533"/>
          </a:xfrm>
          <a:prstGeom prst="rect">
            <a:avLst/>
          </a:prstGeom>
          <a:ln w="25400">
            <a:solidFill>
              <a:schemeClr val="accent1"/>
            </a:solidFill>
          </a:ln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968B1047-90FE-F74E-88C1-121658E3AD1E}"/>
              </a:ext>
            </a:extLst>
          </p:cNvPr>
          <p:cNvSpPr txBox="1"/>
          <p:nvPr/>
        </p:nvSpPr>
        <p:spPr>
          <a:xfrm>
            <a:off x="1709558" y="4600477"/>
            <a:ext cx="2859135" cy="1015663"/>
          </a:xfrm>
          <a:prstGeom prst="rect">
            <a:avLst/>
          </a:prstGeom>
          <a:noFill/>
          <a:ln w="28575">
            <a:solidFill>
              <a:srgbClr val="00B05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/>
              <a:t>The methods are part of the</a:t>
            </a:r>
            <a:r>
              <a:rPr lang="en-GB" sz="2000" b="1"/>
              <a:t> </a:t>
            </a:r>
            <a:r>
              <a:rPr lang="en-GB" sz="2000" b="1" err="1"/>
              <a:t>groupconvert</a:t>
            </a:r>
            <a:r>
              <a:rPr lang="en-GB" sz="2000" b="1"/>
              <a:t> </a:t>
            </a:r>
            <a:r>
              <a:rPr lang="en-GB" sz="2000"/>
              <a:t>module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E3B129-BD0C-9C40-84BF-04BE1BE4B332}"/>
              </a:ext>
            </a:extLst>
          </p:cNvPr>
          <p:cNvSpPr txBox="1"/>
          <p:nvPr/>
        </p:nvSpPr>
        <p:spPr>
          <a:xfrm>
            <a:off x="8032673" y="2556307"/>
            <a:ext cx="1223412" cy="400110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none" rtlCol="0">
            <a:spAutoFit/>
          </a:bodyPr>
          <a:lstStyle/>
          <a:p>
            <a:r>
              <a:rPr lang="en-GB" sz="2000"/>
              <a:t>Input flux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EE6AF17-4633-634B-9C83-CA4A290B3FED}"/>
              </a:ext>
            </a:extLst>
          </p:cNvPr>
          <p:cNvSpPr txBox="1"/>
          <p:nvPr/>
        </p:nvSpPr>
        <p:spPr>
          <a:xfrm>
            <a:off x="7107810" y="469454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GB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1C70371-9E8B-5747-8BC8-12C59359FE94}"/>
              </a:ext>
            </a:extLst>
          </p:cNvPr>
          <p:cNvSpPr txBox="1"/>
          <p:nvPr/>
        </p:nvSpPr>
        <p:spPr>
          <a:xfrm>
            <a:off x="6117812" y="4606281"/>
            <a:ext cx="4628561" cy="1323439"/>
          </a:xfrm>
          <a:prstGeom prst="rect">
            <a:avLst/>
          </a:prstGeom>
          <a:noFill/>
          <a:ln w="28575">
            <a:solidFill>
              <a:srgbClr val="00B0F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/>
              <a:t>Arrays/lists of the standard FISPACT-II group structures are included in the API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>
                <a:solidFill>
                  <a:schemeClr val="accent1"/>
                </a:solidFill>
              </a:rPr>
              <a:t>G : ascending energy order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sz="2000">
                <a:solidFill>
                  <a:schemeClr val="accent1"/>
                </a:solidFill>
              </a:rPr>
              <a:t>g : descending energy order</a:t>
            </a:r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97898E15-3359-EA49-8331-C2F452F87600}"/>
              </a:ext>
            </a:extLst>
          </p:cNvPr>
          <p:cNvCxnSpPr>
            <a:cxnSpLocks/>
          </p:cNvCxnSpPr>
          <p:nvPr/>
        </p:nvCxnSpPr>
        <p:spPr>
          <a:xfrm flipV="1">
            <a:off x="3281035" y="3681858"/>
            <a:ext cx="441204" cy="927923"/>
          </a:xfrm>
          <a:prstGeom prst="straightConnector1">
            <a:avLst/>
          </a:prstGeom>
          <a:ln w="31750">
            <a:solidFill>
              <a:srgbClr val="00B05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D865E54-A70F-5944-B7F6-F6AD387876F1}"/>
              </a:ext>
            </a:extLst>
          </p:cNvPr>
          <p:cNvCxnSpPr>
            <a:stCxn id="9" idx="2"/>
          </p:cNvCxnSpPr>
          <p:nvPr/>
        </p:nvCxnSpPr>
        <p:spPr>
          <a:xfrm>
            <a:off x="8644379" y="2956417"/>
            <a:ext cx="85877" cy="503539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>
            <a:extLst>
              <a:ext uri="{FF2B5EF4-FFF2-40B4-BE49-F238E27FC236}">
                <a16:creationId xmlns:a16="http://schemas.microsoft.com/office/drawing/2014/main" id="{8CB16F10-5D59-944C-B03C-31287E3774EB}"/>
              </a:ext>
            </a:extLst>
          </p:cNvPr>
          <p:cNvSpPr txBox="1"/>
          <p:nvPr/>
        </p:nvSpPr>
        <p:spPr>
          <a:xfrm>
            <a:off x="169825" y="3166804"/>
            <a:ext cx="1384813" cy="707886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r>
              <a:rPr lang="en-GB" sz="2000"/>
              <a:t>Converted flux</a:t>
            </a:r>
          </a:p>
        </p:txBody>
      </p:sp>
      <p:cxnSp>
        <p:nvCxnSpPr>
          <p:cNvPr id="20" name="Straight Arrow Connector 19">
            <a:extLst>
              <a:ext uri="{FF2B5EF4-FFF2-40B4-BE49-F238E27FC236}">
                <a16:creationId xmlns:a16="http://schemas.microsoft.com/office/drawing/2014/main" id="{9BBFEF9B-1733-114B-8AB2-EC13315C7894}"/>
              </a:ext>
            </a:extLst>
          </p:cNvPr>
          <p:cNvCxnSpPr>
            <a:cxnSpLocks/>
            <a:stCxn id="19" idx="3"/>
          </p:cNvCxnSpPr>
          <p:nvPr/>
        </p:nvCxnSpPr>
        <p:spPr>
          <a:xfrm>
            <a:off x="1554638" y="3520747"/>
            <a:ext cx="380906" cy="29966"/>
          </a:xfrm>
          <a:prstGeom prst="straightConnector1">
            <a:avLst/>
          </a:prstGeom>
          <a:ln w="28575"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9A55B244-661C-BA4E-8B86-4877DA9EDB51}"/>
              </a:ext>
            </a:extLst>
          </p:cNvPr>
          <p:cNvCxnSpPr/>
          <p:nvPr/>
        </p:nvCxnSpPr>
        <p:spPr>
          <a:xfrm flipH="1" flipV="1">
            <a:off x="6851383" y="3694027"/>
            <a:ext cx="320511" cy="903583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37BC6130-C80F-9B4B-A780-8B50FA0FBB54}"/>
              </a:ext>
            </a:extLst>
          </p:cNvPr>
          <p:cNvCxnSpPr>
            <a:cxnSpLocks/>
          </p:cNvCxnSpPr>
          <p:nvPr/>
        </p:nvCxnSpPr>
        <p:spPr>
          <a:xfrm flipV="1">
            <a:off x="9724266" y="3637916"/>
            <a:ext cx="126744" cy="975017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>
            <a:extLst>
              <a:ext uri="{FF2B5EF4-FFF2-40B4-BE49-F238E27FC236}">
                <a16:creationId xmlns:a16="http://schemas.microsoft.com/office/drawing/2014/main" id="{700D15BB-6951-C74C-BA53-6FDC8F8CD8F2}"/>
              </a:ext>
            </a:extLst>
          </p:cNvPr>
          <p:cNvSpPr txBox="1"/>
          <p:nvPr/>
        </p:nvSpPr>
        <p:spPr>
          <a:xfrm>
            <a:off x="9925456" y="2414081"/>
            <a:ext cx="164183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>
                <a:solidFill>
                  <a:schemeClr val="accent1"/>
                </a:solidFill>
              </a:rPr>
              <a:t>Single line in a API script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C3949D6E-E71C-8641-9DA1-9E2A5584E611}"/>
              </a:ext>
            </a:extLst>
          </p:cNvPr>
          <p:cNvSpPr txBox="1"/>
          <p:nvPr/>
        </p:nvSpPr>
        <p:spPr>
          <a:xfrm>
            <a:off x="3268297" y="2640022"/>
            <a:ext cx="3839513" cy="369332"/>
          </a:xfrm>
          <a:prstGeom prst="rect">
            <a:avLst/>
          </a:prstGeom>
          <a:noFill/>
          <a:ln w="25400">
            <a:solidFill>
              <a:srgbClr val="00B0F0"/>
            </a:solidFill>
          </a:ln>
        </p:spPr>
        <p:txBody>
          <a:bodyPr wrap="none" rtlCol="0">
            <a:spAutoFit/>
          </a:bodyPr>
          <a:lstStyle/>
          <a:p>
            <a:r>
              <a:rPr lang="en-GB"/>
              <a:t>Equivalent </a:t>
            </a:r>
            <a:r>
              <a:rPr lang="en-GB" b="1" err="1"/>
              <a:t>byenergy</a:t>
            </a:r>
            <a:r>
              <a:rPr lang="en-GB"/>
              <a:t> also available</a:t>
            </a: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57521C2E-0FBE-E940-B70F-F54D6372239B}"/>
              </a:ext>
            </a:extLst>
          </p:cNvPr>
          <p:cNvCxnSpPr>
            <a:cxnSpLocks/>
            <a:stCxn id="30" idx="2"/>
          </p:cNvCxnSpPr>
          <p:nvPr/>
        </p:nvCxnSpPr>
        <p:spPr>
          <a:xfrm>
            <a:off x="5188054" y="3009354"/>
            <a:ext cx="252600" cy="436998"/>
          </a:xfrm>
          <a:prstGeom prst="straightConnector1">
            <a:avLst/>
          </a:prstGeom>
          <a:ln w="28575">
            <a:solidFill>
              <a:srgbClr val="00B0F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301164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B00E8849-1C1D-C84A-97E7-44339EE1A71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166868" y="1530993"/>
            <a:ext cx="11465690" cy="2965593"/>
          </a:xfrm>
        </p:spPr>
        <p:txBody>
          <a:bodyPr>
            <a:normAutofit/>
          </a:bodyPr>
          <a:lstStyle/>
          <a:p>
            <a:r>
              <a:rPr lang="en-GB"/>
              <a:t>Here a 175 group structure flux spectrum (taken from FNS experiments) is converted into a 709 group structure spectrum.</a:t>
            </a:r>
          </a:p>
          <a:p>
            <a:endParaRPr lang="en-GB"/>
          </a:p>
          <a:p>
            <a:r>
              <a:rPr lang="en-GB">
                <a:solidFill>
                  <a:schemeClr val="accent1"/>
                </a:solidFill>
              </a:rPr>
              <a:t>Let see this for both the input file method and API approach.</a:t>
            </a:r>
          </a:p>
          <a:p>
            <a:endParaRPr lang="en-GB"/>
          </a:p>
          <a:p>
            <a:endParaRPr lang="en-GB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0643489B-3305-B144-9E6A-2F45A92EC0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Example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2C4C2D-B2F3-914E-9D10-33AD28242E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82B25-261F-464E-BDD8-63296DE4D8A4}" type="slidenum">
              <a:rPr lang="en-US" smtClean="0"/>
              <a:pPr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985218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7733281-82DC-A148-87DB-2BE8AB7780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70177" y="868212"/>
            <a:ext cx="11465690" cy="467488"/>
          </a:xfrm>
        </p:spPr>
        <p:txBody>
          <a:bodyPr/>
          <a:lstStyle/>
          <a:p>
            <a:r>
              <a:rPr lang="en-GB"/>
              <a:t>Plotting both fluxes by unit lethargy shows agreement between the spectra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076A80D-BC17-5840-8326-6DE9B0DC40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Results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0F84A7-DC19-EF4A-9170-AE85FD4464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5482B25-261F-464E-BDD8-63296DE4D8A4}" type="slidenum">
              <a:rPr lang="en-US" smtClean="0"/>
              <a:pPr/>
              <a:t>9</a:t>
            </a:fld>
            <a:endParaRPr lang="en-US"/>
          </a:p>
        </p:txBody>
      </p:sp>
      <p:pic>
        <p:nvPicPr>
          <p:cNvPr id="7" name="Picture 6" descr="Chart, histogram&#10;&#10;Description automatically generated">
            <a:extLst>
              <a:ext uri="{FF2B5EF4-FFF2-40B4-BE49-F238E27FC236}">
                <a16:creationId xmlns:a16="http://schemas.microsoft.com/office/drawing/2014/main" id="{B9BFC218-E629-E743-8FAC-1D1CD32A0D1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775" t="10518" r="8514"/>
          <a:stretch/>
        </p:blipFill>
        <p:spPr>
          <a:xfrm>
            <a:off x="4450431" y="1488651"/>
            <a:ext cx="6287678" cy="4703755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F02BF322-FC41-3440-9049-CE419023F81D}"/>
              </a:ext>
            </a:extLst>
          </p:cNvPr>
          <p:cNvSpPr txBox="1"/>
          <p:nvPr/>
        </p:nvSpPr>
        <p:spPr>
          <a:xfrm>
            <a:off x="166868" y="1894787"/>
            <a:ext cx="4018633" cy="34778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sz="2000"/>
              <a:t>Notice the large flat low energy behaviour of both spectra.</a:t>
            </a:r>
          </a:p>
          <a:p>
            <a:endParaRPr lang="en-GB" sz="2000"/>
          </a:p>
          <a:p>
            <a:r>
              <a:rPr lang="en-GB" sz="2000"/>
              <a:t>This a result of the 175 group structure which only has a single bin at these energies.</a:t>
            </a:r>
          </a:p>
          <a:p>
            <a:endParaRPr lang="en-GB" sz="2000"/>
          </a:p>
          <a:p>
            <a:r>
              <a:rPr lang="en-GB" sz="2000"/>
              <a:t>The 709 group structure has more bins in this energy range, but group convert is limited by the available 175 bin data.</a:t>
            </a:r>
          </a:p>
        </p:txBody>
      </p:sp>
    </p:spTree>
    <p:extLst>
      <p:ext uri="{BB962C8B-B14F-4D97-AF65-F5344CB8AC3E}">
        <p14:creationId xmlns:p14="http://schemas.microsoft.com/office/powerpoint/2010/main" val="79520655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CCFE">
      <a:dk1>
        <a:srgbClr val="002F56"/>
      </a:dk1>
      <a:lt1>
        <a:srgbClr val="FFFFFF"/>
      </a:lt1>
      <a:dk2>
        <a:srgbClr val="000000"/>
      </a:dk2>
      <a:lt2>
        <a:srgbClr val="D1D2D3"/>
      </a:lt2>
      <a:accent1>
        <a:srgbClr val="F8971D"/>
      </a:accent1>
      <a:accent2>
        <a:srgbClr val="F6D34D"/>
      </a:accent2>
      <a:accent3>
        <a:srgbClr val="006F45"/>
      </a:accent3>
      <a:accent4>
        <a:srgbClr val="0082CA"/>
      </a:accent4>
      <a:accent5>
        <a:srgbClr val="C9242C"/>
      </a:accent5>
      <a:accent6>
        <a:srgbClr val="808283"/>
      </a:accent6>
      <a:hlink>
        <a:srgbClr val="002F56"/>
      </a:hlink>
      <a:folHlink>
        <a:srgbClr val="000000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roupconvert" id="{D934E760-6C89-D945-88C3-AF51A7F0DF67}" vid="{EBC63A96-68E2-F042-AF94-918EDFA8F78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45F56A6382C7BE4EAEA3E7A1003F1D5F" ma:contentTypeVersion="18" ma:contentTypeDescription="Create a new document." ma:contentTypeScope="" ma:versionID="08ed5461af3d24331e1a83b145fbd5bf">
  <xsd:schema xmlns:xsd="http://www.w3.org/2001/XMLSchema" xmlns:xs="http://www.w3.org/2001/XMLSchema" xmlns:p="http://schemas.microsoft.com/office/2006/metadata/properties" xmlns:ns2="d38bd537-b8b1-44d1-8ac0-d8e48bade3da" xmlns:ns3="572787ab-1bba-46af-bc13-3165bc5c54ec" xmlns:ns4="dcfcfc48-1a2d-42a7-b271-c69307805be1" targetNamespace="http://schemas.microsoft.com/office/2006/metadata/properties" ma:root="true" ma:fieldsID="1a798f6f77ca64c597f6e6aaa4d237b1" ns2:_="" ns3:_="" ns4:_="">
    <xsd:import namespace="d38bd537-b8b1-44d1-8ac0-d8e48bade3da"/>
    <xsd:import namespace="572787ab-1bba-46af-bc13-3165bc5c54ec"/>
    <xsd:import namespace="dcfcfc48-1a2d-42a7-b271-c69307805be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3:SharedWithUsers" minOccurs="0"/>
                <xsd:element ref="ns3:SharedWithDetails" minOccurs="0"/>
                <xsd:element ref="ns2:MediaServiceAutoTag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Location" minOccurs="0"/>
                <xsd:element ref="ns2:MediaServiceAutoKeyPoints" minOccurs="0"/>
                <xsd:element ref="ns2:MediaServiceKeyPoints" minOccurs="0"/>
                <xsd:element ref="ns2:lcf76f155ced4ddcb4097134ff3c332f" minOccurs="0"/>
                <xsd:element ref="ns4:TaxCatchAll" minOccurs="0"/>
                <xsd:element ref="ns2:MediaServiceObjectDetectorVersions" minOccurs="0"/>
                <xsd:element ref="ns2:MediaServiceSearchProperties" minOccurs="0"/>
                <xsd:element ref="ns2:MediaLengthInSecond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38bd537-b8b1-44d1-8ac0-d8e48bade3da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2" nillable="true" ma:displayName="Tags" ma:internalName="MediaServiceAutoTags" ma:readOnly="true">
      <xsd:simpleType>
        <xsd:restriction base="dms:Text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6" nillable="true" ma:displayName="MediaServiceDateTaken" ma:hidden="true" ma:internalName="MediaServiceDateTaken" ma:readOnly="true">
      <xsd:simpleType>
        <xsd:restriction base="dms:Text"/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lcf76f155ced4ddcb4097134ff3c332f" ma:index="21" nillable="true" ma:taxonomy="true" ma:internalName="lcf76f155ced4ddcb4097134ff3c332f" ma:taxonomyFieldName="MediaServiceImageTags" ma:displayName="Image Tags" ma:readOnly="false" ma:fieldId="{5cf76f15-5ced-4ddc-b409-7134ff3c332f}" ma:taxonomyMulti="true" ma:sspId="abc746d9-cbf8-4ec5-9bf9-1cafe5c9033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bjectDetectorVersions" ma:index="23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4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LengthInSeconds" ma:index="25" nillable="true" ma:displayName="MediaLengthInSeconds" ma:hidden="true" ma:internalName="MediaLengthInSeconds" ma:readOnly="true">
      <xsd:simpleType>
        <xsd:restriction base="dms:Unknown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72787ab-1bba-46af-bc13-3165bc5c54ec" elementFormDefault="qualified">
    <xsd:import namespace="http://schemas.microsoft.com/office/2006/documentManagement/types"/>
    <xsd:import namespace="http://schemas.microsoft.com/office/infopath/2007/PartnerControls"/>
    <xsd:element name="SharedWithUsers" ma:index="10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1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cfcfc48-1a2d-42a7-b271-c69307805be1" elementFormDefault="qualified">
    <xsd:import namespace="http://schemas.microsoft.com/office/2006/documentManagement/types"/>
    <xsd:import namespace="http://schemas.microsoft.com/office/infopath/2007/PartnerControls"/>
    <xsd:element name="TaxCatchAll" ma:index="22" nillable="true" ma:displayName="Taxonomy Catch All Column" ma:hidden="true" ma:list="{80675826-a1bc-4d74-89b9-651684c40b09}" ma:internalName="TaxCatchAll" ma:showField="CatchAllData" ma:web="572787ab-1bba-46af-bc13-3165bc5c54ec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dcfcfc48-1a2d-42a7-b271-c69307805be1" xsi:nil="true"/>
    <lcf76f155ced4ddcb4097134ff3c332f xmlns="d38bd537-b8b1-44d1-8ac0-d8e48bade3da">
      <Terms xmlns="http://schemas.microsoft.com/office/infopath/2007/PartnerControls"/>
    </lcf76f155ced4ddcb4097134ff3c332f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340EDB7-03FA-4C6D-941D-C082456E2B6B}"/>
</file>

<file path=customXml/itemProps2.xml><?xml version="1.0" encoding="utf-8"?>
<ds:datastoreItem xmlns:ds="http://schemas.openxmlformats.org/officeDocument/2006/customXml" ds:itemID="{BE9B993F-1462-41A4-B9E1-C28F93CD6B51}">
  <ds:schemaRefs>
    <ds:schemaRef ds:uri="http://schemas.microsoft.com/office/2006/metadata/properties"/>
    <ds:schemaRef ds:uri="http://schemas.microsoft.com/office/infopath/2007/PartnerControls"/>
    <ds:schemaRef ds:uri="dcfcfc48-1a2d-42a7-b271-c69307805be1"/>
    <ds:schemaRef ds:uri="d38bd537-b8b1-44d1-8ac0-d8e48bade3da"/>
  </ds:schemaRefs>
</ds:datastoreItem>
</file>

<file path=customXml/itemProps3.xml><?xml version="1.0" encoding="utf-8"?>
<ds:datastoreItem xmlns:ds="http://schemas.openxmlformats.org/officeDocument/2006/customXml" ds:itemID="{34CDEC10-6149-4221-8D8C-032A23F5DA1C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Words>725</Words>
  <Application>Microsoft Macintosh PowerPoint</Application>
  <PresentationFormat>Widescreen</PresentationFormat>
  <Paragraphs>79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4" baseType="lpstr">
      <vt:lpstr>Arial</vt:lpstr>
      <vt:lpstr>Arial Black</vt:lpstr>
      <vt:lpstr>Calibri</vt:lpstr>
      <vt:lpstr>Wingdings</vt:lpstr>
      <vt:lpstr>Office Theme</vt:lpstr>
      <vt:lpstr>FISPACT-II</vt:lpstr>
      <vt:lpstr>What is Group Convert</vt:lpstr>
      <vt:lpstr>Group Convert: Some details</vt:lpstr>
      <vt:lpstr>Standard FISPACT-II:</vt:lpstr>
      <vt:lpstr>Structure of an arb flux file</vt:lpstr>
      <vt:lpstr>Outputs from Group Convert</vt:lpstr>
      <vt:lpstr>FISPACT-II API:</vt:lpstr>
      <vt:lpstr>Example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Woodley, Curtis</dc:creator>
  <cp:lastModifiedBy>Bailey, Greg</cp:lastModifiedBy>
  <cp:revision>7</cp:revision>
  <cp:lastPrinted>2017-03-10T11:43:47Z</cp:lastPrinted>
  <dcterms:created xsi:type="dcterms:W3CDTF">2019-10-31T09:38:11Z</dcterms:created>
  <dcterms:modified xsi:type="dcterms:W3CDTF">2024-06-18T13:42:55Z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22759de7-3255-46b5-8dfe-736652f9c6c1_Enabled">
    <vt:lpwstr>true</vt:lpwstr>
  </property>
  <property fmtid="{D5CDD505-2E9C-101B-9397-08002B2CF9AE}" pid="3" name="MSIP_Label_22759de7-3255-46b5-8dfe-736652f9c6c1_SetDate">
    <vt:lpwstr>2021-10-14T09:19:44Z</vt:lpwstr>
  </property>
  <property fmtid="{D5CDD505-2E9C-101B-9397-08002B2CF9AE}" pid="4" name="MSIP_Label_22759de7-3255-46b5-8dfe-736652f9c6c1_Method">
    <vt:lpwstr>Privileged</vt:lpwstr>
  </property>
  <property fmtid="{D5CDD505-2E9C-101B-9397-08002B2CF9AE}" pid="5" name="MSIP_Label_22759de7-3255-46b5-8dfe-736652f9c6c1_Name">
    <vt:lpwstr>22759de7-3255-46b5-8dfe-736652f9c6c1</vt:lpwstr>
  </property>
  <property fmtid="{D5CDD505-2E9C-101B-9397-08002B2CF9AE}" pid="6" name="MSIP_Label_22759de7-3255-46b5-8dfe-736652f9c6c1_SiteId">
    <vt:lpwstr>c6ac664b-ae27-4d5d-b4e6-bb5717196fc7</vt:lpwstr>
  </property>
  <property fmtid="{D5CDD505-2E9C-101B-9397-08002B2CF9AE}" pid="7" name="MSIP_Label_22759de7-3255-46b5-8dfe-736652f9c6c1_ActionId">
    <vt:lpwstr>363ffbb8-fff6-4424-9d02-8b25bc43e73a</vt:lpwstr>
  </property>
  <property fmtid="{D5CDD505-2E9C-101B-9397-08002B2CF9AE}" pid="8" name="MSIP_Label_22759de7-3255-46b5-8dfe-736652f9c6c1_ContentBits">
    <vt:lpwstr>0</vt:lpwstr>
  </property>
  <property fmtid="{D5CDD505-2E9C-101B-9397-08002B2CF9AE}" pid="9" name="ContentTypeId">
    <vt:lpwstr>0x01010045F56A6382C7BE4EAEA3E7A1003F1D5F</vt:lpwstr>
  </property>
</Properties>
</file>